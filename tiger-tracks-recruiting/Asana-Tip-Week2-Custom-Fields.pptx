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Lst>
  <p:sldSz cy="6858000" cx="12192000"/>
  <p:notesSz cx="6858000" cy="12192000"/>
  <p:embeddedFontLst>
    <p:embeddedFont>
      <p:font typeface="Proxima Nova"/>
      <p:regular r:id="rId10"/>
      <p:bold r:id="rId11"/>
      <p:italic r:id="rId12"/>
      <p:boldItalic r:id="rId13"/>
    </p:embeddedFont>
    <p:embeddedFont>
      <p:font typeface="Montserrat"/>
      <p:regular r:id="rId14"/>
      <p:bold r:id="rId15"/>
      <p:italic r:id="rId16"/>
      <p:boldItalic r:id="rId17"/>
    </p:embeddedFont>
    <p:embeddedFont>
      <p:font typeface="Montserrat Medium"/>
      <p:regular r:id="rId18"/>
      <p:bold r:id="rId19"/>
      <p:italic r:id="rId20"/>
      <p:boldItalic r:id="rId21"/>
    </p:embeddedFont>
    <p:embeddedFont>
      <p:font typeface="Archiv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368">
          <p15:clr>
            <a:srgbClr val="747775"/>
          </p15:clr>
        </p15:guide>
        <p15:guide id="2" orient="horz" pos="180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8"/>
        <p:guide pos="180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font" Target="fonts/ProximaNova-regular.fntdata"/><Relationship Id="rId11" Type="http://schemas.openxmlformats.org/officeDocument/2006/relationships/font" Target="fonts/ProximaNova-bold.fntdata"/><Relationship Id="rId12" Type="http://schemas.openxmlformats.org/officeDocument/2006/relationships/font" Target="fonts/ProximaNova-italic.fntdata"/><Relationship Id="rId13" Type="http://schemas.openxmlformats.org/officeDocument/2006/relationships/font" Target="fonts/ProximaNova-boldItalic.fntdata"/><Relationship Id="rId14" Type="http://schemas.openxmlformats.org/officeDocument/2006/relationships/font" Target="fonts/Montserrat-regular.fntdata"/><Relationship Id="rId15" Type="http://schemas.openxmlformats.org/officeDocument/2006/relationships/font" Target="fonts/Montserrat-bold.fntdata"/><Relationship Id="rId16" Type="http://schemas.openxmlformats.org/officeDocument/2006/relationships/font" Target="fonts/Montserrat-italic.fntdata"/><Relationship Id="rId17" Type="http://schemas.openxmlformats.org/officeDocument/2006/relationships/font" Target="fonts/Montserrat-boldItalic.fntdata"/><Relationship Id="rId18" Type="http://schemas.openxmlformats.org/officeDocument/2006/relationships/font" Target="fonts/MontserratMedium-regular.fntdata"/><Relationship Id="rId19" Type="http://schemas.openxmlformats.org/officeDocument/2006/relationships/font" Target="fonts/MontserratMedium-bold.fntdata"/><Relationship Id="rId20" Type="http://schemas.openxmlformats.org/officeDocument/2006/relationships/font" Target="fonts/MontserratMedium-italic.fntdata"/><Relationship Id="rId21" Type="http://schemas.openxmlformats.org/officeDocument/2006/relationships/font" Target="fonts/MontserratMedium-boldItalic.fntdata"/><Relationship Id="rId22" Type="http://schemas.openxmlformats.org/officeDocument/2006/relationships/font" Target="fonts/Archivo-regular.fntdata"/><Relationship Id="rId23" Type="http://schemas.openxmlformats.org/officeDocument/2006/relationships/font" Target="fonts/Archivo-bold.fntdata"/><Relationship Id="rId24" Type="http://schemas.openxmlformats.org/officeDocument/2006/relationships/font" Target="fonts/Archivo-italic.fntdata"/><Relationship Id="rId25" Type="http://schemas.openxmlformats.org/officeDocument/2006/relationships/font" Target="fonts/Archiv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ontserrat"/>
                <a:ea typeface="Montserrat"/>
                <a:cs typeface="Montserrat"/>
                <a:sym typeface="Montserrat"/>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ontserrat"/>
                <a:ea typeface="Montserrat"/>
                <a:cs typeface="Montserrat"/>
                <a:sym typeface="Montserrat"/>
              </a:rPr>
              <a:t>‹#›</a:t>
            </a:fld>
            <a:endParaRPr b="0" i="0" sz="1200" u="none" cap="none" strike="noStrike">
              <a:solidFill>
                <a:schemeClr val="dk1"/>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5c5cfb64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95c5cfb64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Hey team! Welcome to Asana Tip of the Week number 2. Last week we covered turning Slack messages into Asana tasks. This week we are leveling up with Custom Fields and Filters.</a:t>
            </a:r>
          </a:p>
          <a:p/>
          <a:p>
            <a:r>
              <a:t>Think of Custom Fields as labels you put on every task so you always know the status, the priority, and which channel it belongs to. Filters let you cut through the noise and only see what matters to you right now.</a:t>
            </a:r>
          </a:p>
          <a:p/>
          <a:p>
            <a:r>
              <a:t>Here are the four rules:</a:t>
            </a:r>
          </a:p>
          <a:p/>
          <a:p>
            <a:r>
              <a:t>Rule 1: Every task gets a status custom field. No more guessing where things stand. Is it Not Started, In Progress, Blocked, or Done? Tag it.</a:t>
            </a:r>
          </a:p>
          <a:p/>
          <a:p>
            <a:r>
              <a:t>Rule 2: Use filters to see only what is relevant. You do not need to scroll through 200 tasks. Filter by your name, by priority, by status, whatever helps you focus.</a:t>
            </a:r>
          </a:p>
          <a:p/>
          <a:p>
            <a:r>
              <a:t>Rule 3: Save your most-used filters as bookmarks. If you check "My high priority tasks" every morning, save that view so it is one click away.</a:t>
            </a:r>
          </a:p>
          <a:p/>
          <a:p>
            <a:r>
              <a:t>Rule 4: Update your fields before every status meeting. This is the big one. If everyone updates their task fields before we meet, we spend less time on "what is the status of X" and more time on actual strategy.</a:t>
            </a:r>
          </a:p>
        </p:txBody>
      </p:sp>
      <p:sp>
        <p:nvSpPr>
          <p:cNvPr id="373" name="Google Shape;373;g395c5cfb64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95c5cfb648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95c5cfb648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Step One is adding custom fields to your projects.</a:t>
            </a:r>
          </a:p>
          <a:p/>
          <a:p>
            <a:r>
              <a:t>Open any client project in Asana. In the top right corner you will see a Customize button. Click that, then select Add Field.</a:t>
            </a:r>
          </a:p>
          <a:p/>
          <a:p>
            <a:r>
              <a:t>The three fields every project needs are Status, Priority, and Channel. Status tells us where the task is: Not Started, In Progress, Blocked, Complete. Priority is High, Medium, or Low. Channel tells us if this is Paid Search, Paid Social, SEO, or whatever applies.</a:t>
            </a:r>
          </a:p>
          <a:p/>
          <a:p>
            <a:r>
              <a:t>Once you add these fields to a project, they show up on every single task in that project. It takes two minutes to set up and saves hours of confusion later.</a:t>
            </a:r>
          </a:p>
          <a:p/>
          <a:p>
            <a:r>
              <a:t>If you are not sure which fields to add, just start with Status and Priority. You can always add more later.</a:t>
            </a:r>
          </a:p>
        </p:txBody>
      </p:sp>
      <p:sp>
        <p:nvSpPr>
          <p:cNvPr id="402" name="Google Shape;402;g395c5cfb648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5c5cfb648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95c5cfb648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Step Two is using filters to focus your view.</a:t>
            </a:r>
          </a:p>
          <a:p/>
          <a:p>
            <a:r>
              <a:t>At the top of any project, you will see a Filter button. Click it and choose which field you want to filter by. For example, Priority equals High. Now you only see high priority tasks.</a:t>
            </a:r>
          </a:p>
          <a:p/>
          <a:p>
            <a:r>
              <a:t>The power move is stacking filters. Priority equals High AND Status equals In Progress. Now you see exactly what is actively being worked on that matters most.</a:t>
            </a:r>
          </a:p>
          <a:p/>
          <a:p>
            <a:r>
              <a:t>Once you have a filter combination you like, click Save as Default for your view. That means every time you open this project, it automatically shows you what you care about. Your teammates will still see their own default view.</a:t>
            </a:r>
          </a:p>
          <a:p/>
          <a:p>
            <a:r>
              <a:t>Pro tip: Try this on your My Tasks view. Filter by Due This Week plus High Priority. That is your daily game plan right there.</a:t>
            </a:r>
          </a:p>
        </p:txBody>
      </p:sp>
      <p:sp>
        <p:nvSpPr>
          <p:cNvPr id="417" name="Google Shape;417;g395c5cfb648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95c5cfb64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95c5cfb648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Here are the Tiger Tracks standards going forward:</a:t>
            </a:r>
          </a:p>
          <a:p/>
          <a:p>
            <a:r>
              <a:t>Every client project must have Status, Priority, and Channel custom fields. No exceptions. If your project does not have them, add them today.</a:t>
            </a:r>
          </a:p>
          <a:p/>
          <a:p>
            <a:r>
              <a:t>Every task must have its Status and Priority fields updated before our weekly syncs. This way when we get on a call, we are not wasting time asking for updates. We can see everything at a glance.</a:t>
            </a:r>
          </a:p>
          <a:p/>
          <a:p>
            <a:r>
              <a:t>Use My Tasks with filters to prep for standups and client calls. Filter by the client project, sort by priority, and you have your talking points ready.</a:t>
            </a:r>
          </a:p>
          <a:p/>
          <a:p>
            <a:r>
              <a:t>Save your filtered views so you can jump to your focus areas instantly. One click, you are there.</a:t>
            </a:r>
          </a:p>
          <a:p/>
          <a:p>
            <a:r>
              <a:t>Here is this week's team challenge: Add custom fields to at least one client project. Filter your My Tasks by priority. Update all your task statuses before Friday. And share your favorite filter setup with the team so we can all learn from each other.</a:t>
            </a:r>
          </a:p>
          <a:p/>
          <a:p>
            <a:r>
              <a:t>Let me know if you have any questions. Go make your Asana work for you!</a:t>
            </a:r>
          </a:p>
        </p:txBody>
      </p:sp>
      <p:sp>
        <p:nvSpPr>
          <p:cNvPr id="430" name="Google Shape;430;g395c5cfb648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p:nvPr/>
        </p:nvSpPr>
        <p:spPr>
          <a:xfrm>
            <a:off x="9998173" y="6312028"/>
            <a:ext cx="2011500" cy="341100"/>
          </a:xfrm>
          <a:prstGeom prst="roundRect">
            <a:avLst>
              <a:gd fmla="val 16667" name="adj"/>
            </a:avLst>
          </a:prstGeom>
          <a:solidFill>
            <a:srgbClr val="1B2126"/>
          </a:solidFill>
          <a:ln cap="flat" cmpd="sng" w="16925">
            <a:solidFill>
              <a:schemeClr val="accent1">
                <a:alpha val="64310"/>
              </a:schemeClr>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 name="Google Shape;17;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lnSpc>
                <a:spcPct val="75000"/>
              </a:lnSpc>
              <a:spcBef>
                <a:spcPts val="0"/>
              </a:spcBef>
              <a:spcAft>
                <a:spcPts val="0"/>
              </a:spcAft>
              <a:buSzPts val="3600"/>
              <a:buNone/>
              <a:defRPr/>
            </a:lvl1pPr>
            <a:lvl2pPr lvl="1" algn="ctr">
              <a:spcBef>
                <a:spcPts val="0"/>
              </a:spcBef>
              <a:spcAft>
                <a:spcPts val="0"/>
              </a:spcAft>
              <a:buSzPts val="4800"/>
              <a:buNone/>
              <a:defRPr/>
            </a:lvl2pPr>
            <a:lvl3pPr lvl="2" algn="ctr">
              <a:spcBef>
                <a:spcPts val="0"/>
              </a:spcBef>
              <a:spcAft>
                <a:spcPts val="0"/>
              </a:spcAft>
              <a:buSzPts val="4800"/>
              <a:buNone/>
              <a:defRPr/>
            </a:lvl3pPr>
            <a:lvl4pPr lvl="3" algn="ctr">
              <a:spcBef>
                <a:spcPts val="0"/>
              </a:spcBef>
              <a:spcAft>
                <a:spcPts val="0"/>
              </a:spcAft>
              <a:buSzPts val="4800"/>
              <a:buNone/>
              <a:defRPr/>
            </a:lvl4pPr>
            <a:lvl5pPr lvl="4" algn="ctr">
              <a:spcBef>
                <a:spcPts val="0"/>
              </a:spcBef>
              <a:spcAft>
                <a:spcPts val="0"/>
              </a:spcAft>
              <a:buSzPts val="4800"/>
              <a:buNone/>
              <a:defRPr/>
            </a:lvl5pPr>
            <a:lvl6pPr lvl="5" algn="ctr">
              <a:spcBef>
                <a:spcPts val="0"/>
              </a:spcBef>
              <a:spcAft>
                <a:spcPts val="0"/>
              </a:spcAft>
              <a:buSzPts val="4800"/>
              <a:buNone/>
              <a:defRPr/>
            </a:lvl6pPr>
            <a:lvl7pPr lvl="6" algn="ctr">
              <a:spcBef>
                <a:spcPts val="0"/>
              </a:spcBef>
              <a:spcAft>
                <a:spcPts val="0"/>
              </a:spcAft>
              <a:buSzPts val="4800"/>
              <a:buNone/>
              <a:defRPr/>
            </a:lvl7pPr>
            <a:lvl8pPr lvl="7" algn="ctr">
              <a:spcBef>
                <a:spcPts val="0"/>
              </a:spcBef>
              <a:spcAft>
                <a:spcPts val="0"/>
              </a:spcAft>
              <a:buSzPts val="4800"/>
              <a:buNone/>
              <a:defRPr/>
            </a:lvl8pPr>
            <a:lvl9pPr lvl="8" algn="ctr">
              <a:spcBef>
                <a:spcPts val="0"/>
              </a:spcBef>
              <a:spcAft>
                <a:spcPts val="0"/>
              </a:spcAft>
              <a:buSzPts val="4800"/>
              <a:buNone/>
              <a:defRPr/>
            </a:lvl9pPr>
          </a:lstStyle>
          <a:p/>
        </p:txBody>
      </p:sp>
      <p:sp>
        <p:nvSpPr>
          <p:cNvPr id="18" name="Google Shape;18;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Clr>
                <a:schemeClr val="accent4"/>
              </a:buClr>
              <a:buSzPts val="2400"/>
              <a:buNone/>
              <a:defRPr sz="2400">
                <a:solidFill>
                  <a:schemeClr val="accent4"/>
                </a:solidFill>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pic>
        <p:nvPicPr>
          <p:cNvPr descr="/mnt/data/TT_LOCKUP_WHITE.png" id="19" name="Google Shape;19;p2"/>
          <p:cNvPicPr preferRelativeResize="0"/>
          <p:nvPr/>
        </p:nvPicPr>
        <p:blipFill rotWithShape="1">
          <a:blip r:embed="rId2">
            <a:alphaModFix/>
          </a:blip>
          <a:srcRect b="0" l="0" r="0" t="0"/>
          <a:stretch/>
        </p:blipFill>
        <p:spPr>
          <a:xfrm>
            <a:off x="182344" y="6287535"/>
            <a:ext cx="629950" cy="390144"/>
          </a:xfrm>
          <a:prstGeom prst="rect">
            <a:avLst/>
          </a:prstGeom>
          <a:noFill/>
          <a:ln>
            <a:noFill/>
          </a:ln>
        </p:spPr>
      </p:pic>
      <p:sp>
        <p:nvSpPr>
          <p:cNvPr id="20" name="Google Shape;20;p2"/>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1" name="Google Shape;21;p2"/>
          <p:cNvSpPr/>
          <p:nvPr/>
        </p:nvSpPr>
        <p:spPr>
          <a:xfrm>
            <a:off x="10059133" y="6324220"/>
            <a:ext cx="1889700" cy="3168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FFFF"/>
              </a:buClr>
              <a:buSzPts val="1300"/>
              <a:buFont typeface="Montserrat"/>
              <a:buNone/>
            </a:pPr>
            <a:r>
              <a:rPr b="1" i="0" lang="en-US" sz="1300" u="none" cap="none" strike="noStrike">
                <a:solidFill>
                  <a:srgbClr val="FFFFFF"/>
                </a:solidFill>
                <a:latin typeface="Calibri"/>
                <a:ea typeface="Calibri"/>
                <a:cs typeface="Calibri"/>
                <a:sym typeface="Calibri"/>
              </a:rPr>
              <a:t>TIGERTRACKS.AI</a:t>
            </a:r>
            <a:endParaRPr b="1" i="0" sz="1300" u="none" cap="none" strike="noStrike">
              <a:solidFill>
                <a:srgbClr val="0A1119"/>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4" name="Google Shape;24;p3"/>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 name="Google Shape;25;p3"/>
          <p:cNvSpPr/>
          <p:nvPr/>
        </p:nvSpPr>
        <p:spPr>
          <a:xfrm>
            <a:off x="9998173" y="6312028"/>
            <a:ext cx="2011500" cy="341100"/>
          </a:xfrm>
          <a:prstGeom prst="roundRect">
            <a:avLst>
              <a:gd fmla="val 16667" name="adj"/>
            </a:avLst>
          </a:prstGeom>
          <a:solidFill>
            <a:srgbClr val="1B2126"/>
          </a:solidFill>
          <a:ln cap="flat" cmpd="sng" w="16925">
            <a:solidFill>
              <a:schemeClr val="accent1">
                <a:alpha val="64310"/>
              </a:schemeClr>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mnt/data/TT_LOCKUP_WHITE.png" id="26" name="Google Shape;26;p3"/>
          <p:cNvPicPr preferRelativeResize="0"/>
          <p:nvPr/>
        </p:nvPicPr>
        <p:blipFill rotWithShape="1">
          <a:blip r:embed="rId2">
            <a:alphaModFix/>
          </a:blip>
          <a:srcRect b="0" l="0" r="0" t="0"/>
          <a:stretch/>
        </p:blipFill>
        <p:spPr>
          <a:xfrm>
            <a:off x="182344" y="6287535"/>
            <a:ext cx="629950" cy="390144"/>
          </a:xfrm>
          <a:prstGeom prst="rect">
            <a:avLst/>
          </a:prstGeom>
          <a:noFill/>
          <a:ln>
            <a:noFill/>
          </a:ln>
        </p:spPr>
      </p:pic>
      <p:sp>
        <p:nvSpPr>
          <p:cNvPr id="27" name="Google Shape;27;p3"/>
          <p:cNvSpPr/>
          <p:nvPr/>
        </p:nvSpPr>
        <p:spPr>
          <a:xfrm>
            <a:off x="10059133" y="6324220"/>
            <a:ext cx="1889700" cy="3168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FFFF"/>
              </a:buClr>
              <a:buSzPts val="1300"/>
              <a:buFont typeface="Montserrat"/>
              <a:buNone/>
            </a:pPr>
            <a:r>
              <a:rPr b="1" i="0" lang="en-US" sz="1300" u="none" cap="none" strike="noStrike">
                <a:solidFill>
                  <a:srgbClr val="FFFFFF"/>
                </a:solidFill>
                <a:latin typeface="Calibri"/>
                <a:ea typeface="Calibri"/>
                <a:cs typeface="Calibri"/>
                <a:sym typeface="Calibri"/>
              </a:rPr>
              <a:t>TIGERTRACKS.AI</a:t>
            </a:r>
            <a:endParaRPr b="1" i="0" sz="1300" u="none" cap="none" strike="noStrike">
              <a:solidFill>
                <a:srgbClr val="0A1119"/>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0" name="Google Shape;30;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1" name="Google Shape;31;p4"/>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 name="Google Shape;34;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61950" lvl="0" marL="457200">
              <a:spcBef>
                <a:spcPts val="0"/>
              </a:spcBef>
              <a:spcAft>
                <a:spcPts val="0"/>
              </a:spcAft>
              <a:buSzPts val="2100"/>
              <a:buChar char="●"/>
              <a:defRPr sz="21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35" name="Google Shape;35;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61950" lvl="0" marL="457200">
              <a:spcBef>
                <a:spcPts val="0"/>
              </a:spcBef>
              <a:spcAft>
                <a:spcPts val="0"/>
              </a:spcAft>
              <a:buSzPts val="2100"/>
              <a:buChar char="●"/>
              <a:defRPr sz="21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36" name="Google Shape;36;p5"/>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9" name="Google Shape;39;p6"/>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2" name="Google Shape;42;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61950" lvl="0" marL="457200">
              <a:spcBef>
                <a:spcPts val="0"/>
              </a:spcBef>
              <a:spcAft>
                <a:spcPts val="0"/>
              </a:spcAft>
              <a:buSzPts val="2100"/>
              <a:buChar char="●"/>
              <a:defRPr sz="21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43" name="Google Shape;43;p7"/>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sp>
        <p:nvSpPr>
          <p:cNvPr id="45" name="Google Shape;45;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lnSpc>
                <a:spcPct val="75000"/>
              </a:lnSpc>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46" name="Google Shape;46;p8"/>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9"/>
          <p:cNvSpPr/>
          <p:nvPr/>
        </p:nvSpPr>
        <p:spPr>
          <a:xfrm>
            <a:off x="6347367" y="540467"/>
            <a:ext cx="5555700" cy="5351700"/>
          </a:xfrm>
          <a:prstGeom prst="roundRect">
            <a:avLst>
              <a:gd fmla="val 16667" name="adj"/>
            </a:avLst>
          </a:prstGeom>
          <a:solidFill>
            <a:srgbClr val="0A1119"/>
          </a:solidFill>
          <a:ln cap="flat" cmpd="sng" w="9525">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 name="Google Shape;49;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nSpc>
                <a:spcPct val="75000"/>
              </a:lnSpc>
              <a:spcBef>
                <a:spcPts val="0"/>
              </a:spcBef>
              <a:spcAft>
                <a:spcPts val="0"/>
              </a:spcAft>
              <a:buSzPts val="4800"/>
              <a:buNone/>
              <a:defRPr sz="4800"/>
            </a:lvl1pPr>
            <a:lvl2pPr lvl="1">
              <a:lnSpc>
                <a:spcPct val="75000"/>
              </a:lnSpc>
              <a:spcBef>
                <a:spcPts val="0"/>
              </a:spcBef>
              <a:spcAft>
                <a:spcPts val="0"/>
              </a:spcAft>
              <a:buSzPts val="5600"/>
              <a:buNone/>
              <a:defRPr sz="5600"/>
            </a:lvl2pPr>
            <a:lvl3pPr lvl="2">
              <a:lnSpc>
                <a:spcPct val="75000"/>
              </a:lnSpc>
              <a:spcBef>
                <a:spcPts val="0"/>
              </a:spcBef>
              <a:spcAft>
                <a:spcPts val="0"/>
              </a:spcAft>
              <a:buSzPts val="5600"/>
              <a:buNone/>
              <a:defRPr sz="5600"/>
            </a:lvl3pPr>
            <a:lvl4pPr lvl="3">
              <a:lnSpc>
                <a:spcPct val="75000"/>
              </a:lnSpc>
              <a:spcBef>
                <a:spcPts val="0"/>
              </a:spcBef>
              <a:spcAft>
                <a:spcPts val="0"/>
              </a:spcAft>
              <a:buSzPts val="5600"/>
              <a:buNone/>
              <a:defRPr sz="5600"/>
            </a:lvl4pPr>
            <a:lvl5pPr lvl="4">
              <a:lnSpc>
                <a:spcPct val="75000"/>
              </a:lnSpc>
              <a:spcBef>
                <a:spcPts val="0"/>
              </a:spcBef>
              <a:spcAft>
                <a:spcPts val="0"/>
              </a:spcAft>
              <a:buSzPts val="5600"/>
              <a:buNone/>
              <a:defRPr sz="5600"/>
            </a:lvl5pPr>
            <a:lvl6pPr lvl="5">
              <a:lnSpc>
                <a:spcPct val="75000"/>
              </a:lnSpc>
              <a:spcBef>
                <a:spcPts val="0"/>
              </a:spcBef>
              <a:spcAft>
                <a:spcPts val="0"/>
              </a:spcAft>
              <a:buSzPts val="5600"/>
              <a:buNone/>
              <a:defRPr sz="5600"/>
            </a:lvl6pPr>
            <a:lvl7pPr lvl="6">
              <a:lnSpc>
                <a:spcPct val="75000"/>
              </a:lnSpc>
              <a:spcBef>
                <a:spcPts val="0"/>
              </a:spcBef>
              <a:spcAft>
                <a:spcPts val="0"/>
              </a:spcAft>
              <a:buSzPts val="5600"/>
              <a:buNone/>
              <a:defRPr sz="5600"/>
            </a:lvl7pPr>
            <a:lvl8pPr lvl="7">
              <a:lnSpc>
                <a:spcPct val="75000"/>
              </a:lnSpc>
              <a:spcBef>
                <a:spcPts val="0"/>
              </a:spcBef>
              <a:spcAft>
                <a:spcPts val="0"/>
              </a:spcAft>
              <a:buSzPts val="5600"/>
              <a:buNone/>
              <a:defRPr sz="5600"/>
            </a:lvl8pPr>
            <a:lvl9pPr lvl="8">
              <a:lnSpc>
                <a:spcPct val="75000"/>
              </a:lnSpc>
              <a:spcBef>
                <a:spcPts val="0"/>
              </a:spcBef>
              <a:spcAft>
                <a:spcPts val="0"/>
              </a:spcAft>
              <a:buSzPts val="5600"/>
              <a:buNone/>
              <a:defRPr sz="5600"/>
            </a:lvl9pPr>
          </a:lstStyle>
          <a:p/>
        </p:txBody>
      </p:sp>
      <p:sp>
        <p:nvSpPr>
          <p:cNvPr id="50" name="Google Shape;50;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4"/>
              </a:buClr>
              <a:buSzPts val="1800"/>
              <a:buNone/>
              <a:defRPr>
                <a:solidFill>
                  <a:schemeClr val="accent4"/>
                </a:solidFill>
              </a:defRPr>
            </a:lvl1pPr>
            <a:lvl2pPr lvl="1">
              <a:lnSpc>
                <a:spcPct val="100000"/>
              </a:lnSpc>
              <a:spcBef>
                <a:spcPts val="0"/>
              </a:spcBef>
              <a:spcAft>
                <a:spcPts val="0"/>
              </a:spcAft>
              <a:buClr>
                <a:srgbClr val="229FA1"/>
              </a:buClr>
              <a:buSzPts val="4000"/>
              <a:buNone/>
              <a:defRPr sz="4000">
                <a:solidFill>
                  <a:srgbClr val="229FA1"/>
                </a:solidFill>
              </a:defRPr>
            </a:lvl2pPr>
            <a:lvl3pPr lvl="2">
              <a:lnSpc>
                <a:spcPct val="100000"/>
              </a:lnSpc>
              <a:spcBef>
                <a:spcPts val="0"/>
              </a:spcBef>
              <a:spcAft>
                <a:spcPts val="0"/>
              </a:spcAft>
              <a:buClr>
                <a:srgbClr val="229FA1"/>
              </a:buClr>
              <a:buSzPts val="4000"/>
              <a:buNone/>
              <a:defRPr sz="4000">
                <a:solidFill>
                  <a:srgbClr val="229FA1"/>
                </a:solidFill>
              </a:defRPr>
            </a:lvl3pPr>
            <a:lvl4pPr lvl="3">
              <a:lnSpc>
                <a:spcPct val="100000"/>
              </a:lnSpc>
              <a:spcBef>
                <a:spcPts val="0"/>
              </a:spcBef>
              <a:spcAft>
                <a:spcPts val="0"/>
              </a:spcAft>
              <a:buClr>
                <a:srgbClr val="229FA1"/>
              </a:buClr>
              <a:buSzPts val="4000"/>
              <a:buNone/>
              <a:defRPr sz="4000">
                <a:solidFill>
                  <a:srgbClr val="229FA1"/>
                </a:solidFill>
              </a:defRPr>
            </a:lvl4pPr>
            <a:lvl5pPr lvl="4">
              <a:lnSpc>
                <a:spcPct val="100000"/>
              </a:lnSpc>
              <a:spcBef>
                <a:spcPts val="0"/>
              </a:spcBef>
              <a:spcAft>
                <a:spcPts val="0"/>
              </a:spcAft>
              <a:buClr>
                <a:srgbClr val="229FA1"/>
              </a:buClr>
              <a:buSzPts val="4000"/>
              <a:buNone/>
              <a:defRPr sz="4000">
                <a:solidFill>
                  <a:srgbClr val="229FA1"/>
                </a:solidFill>
              </a:defRPr>
            </a:lvl5pPr>
            <a:lvl6pPr lvl="5">
              <a:lnSpc>
                <a:spcPct val="100000"/>
              </a:lnSpc>
              <a:spcBef>
                <a:spcPts val="0"/>
              </a:spcBef>
              <a:spcAft>
                <a:spcPts val="0"/>
              </a:spcAft>
              <a:buClr>
                <a:srgbClr val="229FA1"/>
              </a:buClr>
              <a:buSzPts val="4000"/>
              <a:buNone/>
              <a:defRPr sz="4000">
                <a:solidFill>
                  <a:srgbClr val="229FA1"/>
                </a:solidFill>
              </a:defRPr>
            </a:lvl6pPr>
            <a:lvl7pPr lvl="6">
              <a:lnSpc>
                <a:spcPct val="100000"/>
              </a:lnSpc>
              <a:spcBef>
                <a:spcPts val="0"/>
              </a:spcBef>
              <a:spcAft>
                <a:spcPts val="0"/>
              </a:spcAft>
              <a:buClr>
                <a:srgbClr val="229FA1"/>
              </a:buClr>
              <a:buSzPts val="4000"/>
              <a:buNone/>
              <a:defRPr sz="4000">
                <a:solidFill>
                  <a:srgbClr val="229FA1"/>
                </a:solidFill>
              </a:defRPr>
            </a:lvl7pPr>
            <a:lvl8pPr lvl="7">
              <a:lnSpc>
                <a:spcPct val="100000"/>
              </a:lnSpc>
              <a:spcBef>
                <a:spcPts val="0"/>
              </a:spcBef>
              <a:spcAft>
                <a:spcPts val="0"/>
              </a:spcAft>
              <a:buClr>
                <a:srgbClr val="229FA1"/>
              </a:buClr>
              <a:buSzPts val="4000"/>
              <a:buNone/>
              <a:defRPr sz="4000">
                <a:solidFill>
                  <a:srgbClr val="229FA1"/>
                </a:solidFill>
              </a:defRPr>
            </a:lvl8pPr>
            <a:lvl9pPr lvl="8">
              <a:lnSpc>
                <a:spcPct val="100000"/>
              </a:lnSpc>
              <a:spcBef>
                <a:spcPts val="0"/>
              </a:spcBef>
              <a:spcAft>
                <a:spcPts val="0"/>
              </a:spcAft>
              <a:buClr>
                <a:srgbClr val="229FA1"/>
              </a:buClr>
              <a:buSzPts val="4000"/>
              <a:buNone/>
              <a:defRPr sz="4000">
                <a:solidFill>
                  <a:srgbClr val="229FA1"/>
                </a:solidFill>
              </a:defRPr>
            </a:lvl9pPr>
          </a:lstStyle>
          <a:p/>
        </p:txBody>
      </p:sp>
      <p:sp>
        <p:nvSpPr>
          <p:cNvPr id="51" name="Google Shape;51;p9"/>
          <p:cNvSpPr txBox="1"/>
          <p:nvPr>
            <p:ph idx="2" type="body"/>
          </p:nvPr>
        </p:nvSpPr>
        <p:spPr>
          <a:xfrm>
            <a:off x="6567167" y="752867"/>
            <a:ext cx="5115900" cy="49269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rgbClr val="9E9E9E"/>
              </a:buClr>
              <a:buSzPts val="1800"/>
              <a:buChar char="●"/>
              <a:defRPr>
                <a:solidFill>
                  <a:srgbClr val="9E9E9E"/>
                </a:solidFill>
              </a:defRPr>
            </a:lvl1pPr>
            <a:lvl2pPr indent="-342900" lvl="1" marL="914400">
              <a:spcBef>
                <a:spcPts val="0"/>
              </a:spcBef>
              <a:spcAft>
                <a:spcPts val="0"/>
              </a:spcAft>
              <a:buClr>
                <a:srgbClr val="9E9E9E"/>
              </a:buClr>
              <a:buSzPts val="1800"/>
              <a:buChar char="○"/>
              <a:defRPr>
                <a:solidFill>
                  <a:srgbClr val="9E9E9E"/>
                </a:solidFill>
              </a:defRPr>
            </a:lvl2pPr>
            <a:lvl3pPr indent="-342900" lvl="2" marL="1371600">
              <a:spcBef>
                <a:spcPts val="0"/>
              </a:spcBef>
              <a:spcAft>
                <a:spcPts val="0"/>
              </a:spcAft>
              <a:buClr>
                <a:srgbClr val="9E9E9E"/>
              </a:buClr>
              <a:buSzPts val="1800"/>
              <a:buChar char="■"/>
              <a:defRPr>
                <a:solidFill>
                  <a:srgbClr val="9E9E9E"/>
                </a:solidFill>
              </a:defRPr>
            </a:lvl3pPr>
            <a:lvl4pPr indent="-342900" lvl="3" marL="1828800">
              <a:spcBef>
                <a:spcPts val="0"/>
              </a:spcBef>
              <a:spcAft>
                <a:spcPts val="0"/>
              </a:spcAft>
              <a:buClr>
                <a:srgbClr val="9E9E9E"/>
              </a:buClr>
              <a:buSzPts val="1800"/>
              <a:buChar char="●"/>
              <a:defRPr>
                <a:solidFill>
                  <a:srgbClr val="9E9E9E"/>
                </a:solidFill>
              </a:defRPr>
            </a:lvl4pPr>
            <a:lvl5pPr indent="-342900" lvl="4" marL="2286000">
              <a:spcBef>
                <a:spcPts val="0"/>
              </a:spcBef>
              <a:spcAft>
                <a:spcPts val="0"/>
              </a:spcAft>
              <a:buClr>
                <a:srgbClr val="9E9E9E"/>
              </a:buClr>
              <a:buSzPts val="1800"/>
              <a:buChar char="○"/>
              <a:defRPr>
                <a:solidFill>
                  <a:srgbClr val="9E9E9E"/>
                </a:solidFill>
              </a:defRPr>
            </a:lvl5pPr>
            <a:lvl6pPr indent="-342900" lvl="5" marL="2743200">
              <a:spcBef>
                <a:spcPts val="0"/>
              </a:spcBef>
              <a:spcAft>
                <a:spcPts val="0"/>
              </a:spcAft>
              <a:buClr>
                <a:srgbClr val="9E9E9E"/>
              </a:buClr>
              <a:buSzPts val="1800"/>
              <a:buChar char="■"/>
              <a:defRPr>
                <a:solidFill>
                  <a:srgbClr val="9E9E9E"/>
                </a:solidFill>
              </a:defRPr>
            </a:lvl6pPr>
            <a:lvl7pPr indent="-342900" lvl="6" marL="3200400">
              <a:spcBef>
                <a:spcPts val="0"/>
              </a:spcBef>
              <a:spcAft>
                <a:spcPts val="0"/>
              </a:spcAft>
              <a:buClr>
                <a:srgbClr val="9E9E9E"/>
              </a:buClr>
              <a:buSzPts val="1800"/>
              <a:buChar char="●"/>
              <a:defRPr>
                <a:solidFill>
                  <a:srgbClr val="9E9E9E"/>
                </a:solidFill>
              </a:defRPr>
            </a:lvl7pPr>
            <a:lvl8pPr indent="-342900" lvl="7" marL="3657600">
              <a:spcBef>
                <a:spcPts val="0"/>
              </a:spcBef>
              <a:spcAft>
                <a:spcPts val="0"/>
              </a:spcAft>
              <a:buClr>
                <a:srgbClr val="9E9E9E"/>
              </a:buClr>
              <a:buSzPts val="1800"/>
              <a:buChar char="○"/>
              <a:defRPr>
                <a:solidFill>
                  <a:srgbClr val="9E9E9E"/>
                </a:solidFill>
              </a:defRPr>
            </a:lvl8pPr>
            <a:lvl9pPr indent="-342900" lvl="8" marL="4114800">
              <a:spcBef>
                <a:spcPts val="0"/>
              </a:spcBef>
              <a:spcAft>
                <a:spcPts val="0"/>
              </a:spcAft>
              <a:buClr>
                <a:srgbClr val="9E9E9E"/>
              </a:buClr>
              <a:buSzPts val="1800"/>
              <a:buChar char="■"/>
              <a:defRPr>
                <a:solidFill>
                  <a:srgbClr val="9E9E9E"/>
                </a:solidFill>
              </a:defRPr>
            </a:lvl9pPr>
          </a:lstStyle>
          <a:p/>
        </p:txBody>
      </p:sp>
      <p:sp>
        <p:nvSpPr>
          <p:cNvPr id="52" name="Google Shape;52;p9"/>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 name="Shape 53"/>
        <p:cNvGrpSpPr/>
        <p:nvPr/>
      </p:nvGrpSpPr>
      <p:grpSpPr>
        <a:xfrm>
          <a:off x="0" y="0"/>
          <a:ext cx="0" cy="0"/>
          <a:chOff x="0" y="0"/>
          <a:chExt cx="0" cy="0"/>
        </a:xfrm>
      </p:grpSpPr>
      <p:sp>
        <p:nvSpPr>
          <p:cNvPr id="54" name="Google Shape;54;p10"/>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5" name="Google Shape;55;p10"/>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42900" lvl="0" marL="457200" algn="ctr">
              <a:spcBef>
                <a:spcPts val="0"/>
              </a:spcBef>
              <a:spcAft>
                <a:spcPts val="0"/>
              </a:spcAft>
              <a:buSzPts val="1800"/>
              <a:buChar char="●"/>
              <a:defRPr/>
            </a:lvl1pPr>
            <a:lvl2pPr indent="-342900" lvl="1" marL="914400" algn="ctr">
              <a:spcBef>
                <a:spcPts val="0"/>
              </a:spcBef>
              <a:spcAft>
                <a:spcPts val="0"/>
              </a:spcAft>
              <a:buSzPts val="1800"/>
              <a:buChar char="○"/>
              <a:defRPr/>
            </a:lvl2pPr>
            <a:lvl3pPr indent="-342900" lvl="2" marL="1371600" algn="ctr">
              <a:spcBef>
                <a:spcPts val="0"/>
              </a:spcBef>
              <a:spcAft>
                <a:spcPts val="0"/>
              </a:spcAft>
              <a:buSzPts val="1800"/>
              <a:buChar char="■"/>
              <a:defRPr/>
            </a:lvl3pPr>
            <a:lvl4pPr indent="-342900" lvl="3" marL="1828800" algn="ctr">
              <a:spcBef>
                <a:spcPts val="0"/>
              </a:spcBef>
              <a:spcAft>
                <a:spcPts val="0"/>
              </a:spcAft>
              <a:buSzPts val="1800"/>
              <a:buChar char="●"/>
              <a:defRPr/>
            </a:lvl4pPr>
            <a:lvl5pPr indent="-342900" lvl="4" marL="2286000" algn="ctr">
              <a:spcBef>
                <a:spcPts val="0"/>
              </a:spcBef>
              <a:spcAft>
                <a:spcPts val="0"/>
              </a:spcAft>
              <a:buSzPts val="1800"/>
              <a:buChar char="○"/>
              <a:defRPr/>
            </a:lvl5pPr>
            <a:lvl6pPr indent="-342900" lvl="5" marL="2743200" algn="ctr">
              <a:spcBef>
                <a:spcPts val="0"/>
              </a:spcBef>
              <a:spcAft>
                <a:spcPts val="0"/>
              </a:spcAft>
              <a:buSzPts val="1800"/>
              <a:buChar char="■"/>
              <a:defRPr/>
            </a:lvl6pPr>
            <a:lvl7pPr indent="-342900" lvl="6" marL="3200400" algn="ctr">
              <a:spcBef>
                <a:spcPts val="0"/>
              </a:spcBef>
              <a:spcAft>
                <a:spcPts val="0"/>
              </a:spcAft>
              <a:buSzPts val="1800"/>
              <a:buChar char="●"/>
              <a:defRPr/>
            </a:lvl7pPr>
            <a:lvl8pPr indent="-342900" lvl="7" marL="3657600" algn="ctr">
              <a:spcBef>
                <a:spcPts val="0"/>
              </a:spcBef>
              <a:spcAft>
                <a:spcPts val="0"/>
              </a:spcAft>
              <a:buSzPts val="1800"/>
              <a:buChar char="○"/>
              <a:defRPr/>
            </a:lvl8pPr>
            <a:lvl9pPr indent="-342900" lvl="8" marL="4114800" algn="ctr">
              <a:spcBef>
                <a:spcPts val="0"/>
              </a:spcBef>
              <a:spcAft>
                <a:spcPts val="0"/>
              </a:spcAft>
              <a:buSzPts val="1800"/>
              <a:buChar char="■"/>
              <a:defRPr/>
            </a:lvl9pPr>
          </a:lstStyle>
          <a:p/>
        </p:txBody>
      </p:sp>
      <p:sp>
        <p:nvSpPr>
          <p:cNvPr id="56" name="Google Shape;56;p10"/>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1"/>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1">
    <p:bg>
      <p:bgPr>
        <a:solidFill>
          <a:schemeClr val="dk1"/>
        </a:solidFill>
      </p:bgPr>
    </p:bg>
    <p:spTree>
      <p:nvGrpSpPr>
        <p:cNvPr id="59" name="Shape 59"/>
        <p:cNvGrpSpPr/>
        <p:nvPr/>
      </p:nvGrpSpPr>
      <p:grpSpPr>
        <a:xfrm>
          <a:off x="0" y="0"/>
          <a:ext cx="0" cy="0"/>
          <a:chOff x="0" y="0"/>
          <a:chExt cx="0" cy="0"/>
        </a:xfrm>
      </p:grpSpPr>
      <p:sp>
        <p:nvSpPr>
          <p:cNvPr id="60" name="Google Shape;60;p12"/>
          <p:cNvSpPr/>
          <p:nvPr/>
        </p:nvSpPr>
        <p:spPr>
          <a:xfrm>
            <a:off x="304800" y="298174"/>
            <a:ext cx="10213200" cy="5621400"/>
          </a:xfrm>
          <a:prstGeom prst="roundRect">
            <a:avLst>
              <a:gd fmla="val 3982" name="adj"/>
            </a:avLst>
          </a:prstGeom>
          <a:noFill/>
          <a:ln cap="flat" cmpd="sng" w="25400">
            <a:solidFill>
              <a:srgbClr val="E0E0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1" name="Google Shape;61;p12"/>
          <p:cNvSpPr txBox="1"/>
          <p:nvPr>
            <p:ph type="title"/>
          </p:nvPr>
        </p:nvSpPr>
        <p:spPr>
          <a:xfrm>
            <a:off x="788600" y="478500"/>
            <a:ext cx="9245700" cy="3138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SzPts val="21200"/>
              <a:buNone/>
              <a:defRPr sz="21200"/>
            </a:lvl2pPr>
            <a:lvl3pPr lvl="2">
              <a:spcBef>
                <a:spcPts val="0"/>
              </a:spcBef>
              <a:spcAft>
                <a:spcPts val="0"/>
              </a:spcAft>
              <a:buSzPts val="21200"/>
              <a:buNone/>
              <a:defRPr sz="21200"/>
            </a:lvl3pPr>
            <a:lvl4pPr lvl="3">
              <a:spcBef>
                <a:spcPts val="0"/>
              </a:spcBef>
              <a:spcAft>
                <a:spcPts val="0"/>
              </a:spcAft>
              <a:buSzPts val="21200"/>
              <a:buNone/>
              <a:defRPr sz="21200"/>
            </a:lvl4pPr>
            <a:lvl5pPr lvl="4">
              <a:spcBef>
                <a:spcPts val="0"/>
              </a:spcBef>
              <a:spcAft>
                <a:spcPts val="0"/>
              </a:spcAft>
              <a:buSzPts val="21200"/>
              <a:buNone/>
              <a:defRPr sz="21200"/>
            </a:lvl5pPr>
            <a:lvl6pPr lvl="5">
              <a:spcBef>
                <a:spcPts val="0"/>
              </a:spcBef>
              <a:spcAft>
                <a:spcPts val="0"/>
              </a:spcAft>
              <a:buSzPts val="21200"/>
              <a:buNone/>
              <a:defRPr sz="21200"/>
            </a:lvl6pPr>
            <a:lvl7pPr lvl="6">
              <a:spcBef>
                <a:spcPts val="0"/>
              </a:spcBef>
              <a:spcAft>
                <a:spcPts val="0"/>
              </a:spcAft>
              <a:buSzPts val="21200"/>
              <a:buNone/>
              <a:defRPr sz="21200"/>
            </a:lvl7pPr>
            <a:lvl8pPr lvl="7">
              <a:spcBef>
                <a:spcPts val="0"/>
              </a:spcBef>
              <a:spcAft>
                <a:spcPts val="0"/>
              </a:spcAft>
              <a:buSzPts val="21200"/>
              <a:buNone/>
              <a:defRPr sz="21200"/>
            </a:lvl8pPr>
            <a:lvl9pPr lvl="8">
              <a:spcBef>
                <a:spcPts val="0"/>
              </a:spcBef>
              <a:spcAft>
                <a:spcPts val="0"/>
              </a:spcAft>
              <a:buSzPts val="21200"/>
              <a:buNone/>
              <a:defRPr sz="21200"/>
            </a:lvl9pPr>
          </a:lstStyle>
          <a:p/>
        </p:txBody>
      </p:sp>
      <p:sp>
        <p:nvSpPr>
          <p:cNvPr id="62" name="Google Shape;62;p12"/>
          <p:cNvSpPr txBox="1"/>
          <p:nvPr>
            <p:ph idx="2" type="title"/>
          </p:nvPr>
        </p:nvSpPr>
        <p:spPr>
          <a:xfrm>
            <a:off x="4786700" y="4455467"/>
            <a:ext cx="5388000" cy="1672800"/>
          </a:xfrm>
          <a:prstGeom prst="rect">
            <a:avLst/>
          </a:prstGeom>
        </p:spPr>
        <p:txBody>
          <a:bodyPr anchorCtr="0" anchor="ctr" bIns="121900" lIns="121900" spcFirstLastPara="1" rIns="121900" wrap="square" tIns="121900">
            <a:normAutofit/>
          </a:bodyPr>
          <a:lstStyle>
            <a:lvl1pPr lvl="0" algn="r">
              <a:spcBef>
                <a:spcPts val="0"/>
              </a:spcBef>
              <a:spcAft>
                <a:spcPts val="0"/>
              </a:spcAft>
              <a:buClr>
                <a:schemeClr val="accent4"/>
              </a:buClr>
              <a:buSzPts val="2400"/>
              <a:buFont typeface="Calibri"/>
              <a:buNone/>
              <a:defRPr b="0" sz="2400">
                <a:solidFill>
                  <a:schemeClr val="accent4"/>
                </a:solidFill>
                <a:latin typeface="Calibri"/>
                <a:ea typeface="Calibri"/>
                <a:cs typeface="Calibri"/>
                <a:sym typeface="Calibri"/>
              </a:defRPr>
            </a:lvl1pPr>
            <a:lvl2pPr lvl="1" algn="r">
              <a:spcBef>
                <a:spcPts val="0"/>
              </a:spcBef>
              <a:spcAft>
                <a:spcPts val="0"/>
              </a:spcAft>
              <a:buClr>
                <a:schemeClr val="lt1"/>
              </a:buClr>
              <a:buSzPts val="4800"/>
              <a:buNone/>
              <a:defRPr>
                <a:solidFill>
                  <a:schemeClr val="lt1"/>
                </a:solidFill>
              </a:defRPr>
            </a:lvl2pPr>
            <a:lvl3pPr lvl="2" algn="r">
              <a:spcBef>
                <a:spcPts val="0"/>
              </a:spcBef>
              <a:spcAft>
                <a:spcPts val="0"/>
              </a:spcAft>
              <a:buClr>
                <a:schemeClr val="lt1"/>
              </a:buClr>
              <a:buSzPts val="4800"/>
              <a:buNone/>
              <a:defRPr>
                <a:solidFill>
                  <a:schemeClr val="lt1"/>
                </a:solidFill>
              </a:defRPr>
            </a:lvl3pPr>
            <a:lvl4pPr lvl="3" algn="r">
              <a:spcBef>
                <a:spcPts val="0"/>
              </a:spcBef>
              <a:spcAft>
                <a:spcPts val="0"/>
              </a:spcAft>
              <a:buClr>
                <a:schemeClr val="lt1"/>
              </a:buClr>
              <a:buSzPts val="4800"/>
              <a:buNone/>
              <a:defRPr>
                <a:solidFill>
                  <a:schemeClr val="lt1"/>
                </a:solidFill>
              </a:defRPr>
            </a:lvl4pPr>
            <a:lvl5pPr lvl="4" algn="r">
              <a:spcBef>
                <a:spcPts val="0"/>
              </a:spcBef>
              <a:spcAft>
                <a:spcPts val="0"/>
              </a:spcAft>
              <a:buClr>
                <a:schemeClr val="lt1"/>
              </a:buClr>
              <a:buSzPts val="4800"/>
              <a:buNone/>
              <a:defRPr>
                <a:solidFill>
                  <a:schemeClr val="lt1"/>
                </a:solidFill>
              </a:defRPr>
            </a:lvl5pPr>
            <a:lvl6pPr lvl="5" algn="r">
              <a:spcBef>
                <a:spcPts val="0"/>
              </a:spcBef>
              <a:spcAft>
                <a:spcPts val="0"/>
              </a:spcAft>
              <a:buClr>
                <a:schemeClr val="lt1"/>
              </a:buClr>
              <a:buSzPts val="4800"/>
              <a:buNone/>
              <a:defRPr>
                <a:solidFill>
                  <a:schemeClr val="lt1"/>
                </a:solidFill>
              </a:defRPr>
            </a:lvl6pPr>
            <a:lvl7pPr lvl="6" algn="r">
              <a:spcBef>
                <a:spcPts val="0"/>
              </a:spcBef>
              <a:spcAft>
                <a:spcPts val="0"/>
              </a:spcAft>
              <a:buClr>
                <a:schemeClr val="lt1"/>
              </a:buClr>
              <a:buSzPts val="4800"/>
              <a:buNone/>
              <a:defRPr>
                <a:solidFill>
                  <a:schemeClr val="lt1"/>
                </a:solidFill>
              </a:defRPr>
            </a:lvl7pPr>
            <a:lvl8pPr lvl="7" algn="r">
              <a:spcBef>
                <a:spcPts val="0"/>
              </a:spcBef>
              <a:spcAft>
                <a:spcPts val="0"/>
              </a:spcAft>
              <a:buClr>
                <a:schemeClr val="lt1"/>
              </a:buClr>
              <a:buSzPts val="4800"/>
              <a:buNone/>
              <a:defRPr>
                <a:solidFill>
                  <a:schemeClr val="lt1"/>
                </a:solidFill>
              </a:defRPr>
            </a:lvl8pPr>
            <a:lvl9pPr lvl="8" algn="r">
              <a:spcBef>
                <a:spcPts val="0"/>
              </a:spcBef>
              <a:spcAft>
                <a:spcPts val="0"/>
              </a:spcAft>
              <a:buClr>
                <a:schemeClr val="lt1"/>
              </a:buClr>
              <a:buSzPts val="4800"/>
              <a:buNone/>
              <a:defRPr>
                <a:solidFill>
                  <a:schemeClr val="lt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p:cSld name="SECTION_HEADER_1">
    <p:bg>
      <p:bgPr>
        <a:solidFill>
          <a:schemeClr val="dk1"/>
        </a:solidFill>
      </p:bgPr>
    </p:bg>
    <p:spTree>
      <p:nvGrpSpPr>
        <p:cNvPr id="63" name="Shape 63"/>
        <p:cNvGrpSpPr/>
        <p:nvPr/>
      </p:nvGrpSpPr>
      <p:grpSpPr>
        <a:xfrm>
          <a:off x="0" y="0"/>
          <a:ext cx="0" cy="0"/>
          <a:chOff x="0" y="0"/>
          <a:chExt cx="0" cy="0"/>
        </a:xfrm>
      </p:grpSpPr>
      <p:sp>
        <p:nvSpPr>
          <p:cNvPr id="64" name="Google Shape;64;p13"/>
          <p:cNvSpPr/>
          <p:nvPr/>
        </p:nvSpPr>
        <p:spPr>
          <a:xfrm>
            <a:off x="304800" y="298175"/>
            <a:ext cx="10213200" cy="5733600"/>
          </a:xfrm>
          <a:prstGeom prst="roundRect">
            <a:avLst>
              <a:gd fmla="val 3982" name="adj"/>
            </a:avLst>
          </a:prstGeom>
          <a:noFill/>
          <a:ln cap="flat" cmpd="sng" w="25400">
            <a:solidFill>
              <a:srgbClr val="E0E0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5" name="Google Shape;65;p13"/>
          <p:cNvSpPr/>
          <p:nvPr/>
        </p:nvSpPr>
        <p:spPr>
          <a:xfrm>
            <a:off x="10699850" y="1051500"/>
            <a:ext cx="1233300" cy="4755000"/>
          </a:xfrm>
          <a:prstGeom prst="roundRect">
            <a:avLst>
              <a:gd fmla="val 30566" name="adj"/>
            </a:avLst>
          </a:prstGeom>
          <a:solidFill>
            <a:schemeClr val="accent1"/>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66" name="Google Shape;66;p13"/>
          <p:cNvSpPr txBox="1"/>
          <p:nvPr>
            <p:ph type="title"/>
          </p:nvPr>
        </p:nvSpPr>
        <p:spPr>
          <a:xfrm>
            <a:off x="546400" y="2996171"/>
            <a:ext cx="7530900" cy="29334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2pPr>
            <a:lvl3pPr lvl="2">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3pPr>
            <a:lvl4pPr lvl="3">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4pPr>
            <a:lvl5pPr lvl="4">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5pPr>
            <a:lvl6pPr lvl="5">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6pPr>
            <a:lvl7pPr lvl="6">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7pPr>
            <a:lvl8pPr lvl="7">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8pPr>
            <a:lvl9pPr lvl="8">
              <a:spcBef>
                <a:spcPts val="0"/>
              </a:spcBef>
              <a:spcAft>
                <a:spcPts val="0"/>
              </a:spcAft>
              <a:buClr>
                <a:schemeClr val="lt1"/>
              </a:buClr>
              <a:buSzPts val="46700"/>
              <a:buFont typeface="Times New Roman"/>
              <a:buNone/>
              <a:defRPr b="0" sz="46700">
                <a:solidFill>
                  <a:schemeClr val="lt1"/>
                </a:solidFill>
                <a:latin typeface="Times New Roman"/>
                <a:ea typeface="Times New Roman"/>
                <a:cs typeface="Times New Roman"/>
                <a:sym typeface="Times New Roman"/>
              </a:defRPr>
            </a:lvl9pPr>
          </a:lstStyle>
          <a:p/>
        </p:txBody>
      </p:sp>
      <p:sp>
        <p:nvSpPr>
          <p:cNvPr id="67" name="Google Shape;67;p13"/>
          <p:cNvSpPr txBox="1"/>
          <p:nvPr>
            <p:ph idx="1" type="subTitle"/>
          </p:nvPr>
        </p:nvSpPr>
        <p:spPr>
          <a:xfrm>
            <a:off x="465867" y="406200"/>
            <a:ext cx="5711100" cy="4068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4"/>
              </a:buClr>
              <a:buSzPts val="2400"/>
              <a:buNone/>
              <a:defRPr sz="2400">
                <a:solidFill>
                  <a:schemeClr val="accent4"/>
                </a:solidFill>
              </a:defRPr>
            </a:lvl1pPr>
            <a:lvl2pPr lvl="1">
              <a:spcBef>
                <a:spcPts val="0"/>
              </a:spcBef>
              <a:spcAft>
                <a:spcPts val="0"/>
              </a:spcAft>
              <a:buSzPts val="1800"/>
              <a:buFont typeface="Montserrat Medium"/>
              <a:buNone/>
              <a:defRPr b="0">
                <a:latin typeface="Montserrat Medium"/>
                <a:ea typeface="Montserrat Medium"/>
                <a:cs typeface="Montserrat Medium"/>
                <a:sym typeface="Montserrat Medium"/>
              </a:defRPr>
            </a:lvl2pPr>
            <a:lvl3pPr lvl="2">
              <a:spcBef>
                <a:spcPts val="0"/>
              </a:spcBef>
              <a:spcAft>
                <a:spcPts val="0"/>
              </a:spcAft>
              <a:buSzPts val="1800"/>
              <a:buFont typeface="Montserrat Medium"/>
              <a:buNone/>
              <a:defRPr b="0">
                <a:latin typeface="Montserrat Medium"/>
                <a:ea typeface="Montserrat Medium"/>
                <a:cs typeface="Montserrat Medium"/>
                <a:sym typeface="Montserrat Medium"/>
              </a:defRPr>
            </a:lvl3pPr>
            <a:lvl4pPr lvl="3">
              <a:spcBef>
                <a:spcPts val="0"/>
              </a:spcBef>
              <a:spcAft>
                <a:spcPts val="0"/>
              </a:spcAft>
              <a:buSzPts val="1800"/>
              <a:buFont typeface="Montserrat Medium"/>
              <a:buNone/>
              <a:defRPr b="0">
                <a:latin typeface="Montserrat Medium"/>
                <a:ea typeface="Montserrat Medium"/>
                <a:cs typeface="Montserrat Medium"/>
                <a:sym typeface="Montserrat Medium"/>
              </a:defRPr>
            </a:lvl4pPr>
            <a:lvl5pPr lvl="4">
              <a:spcBef>
                <a:spcPts val="0"/>
              </a:spcBef>
              <a:spcAft>
                <a:spcPts val="0"/>
              </a:spcAft>
              <a:buSzPts val="1800"/>
              <a:buFont typeface="Montserrat Medium"/>
              <a:buNone/>
              <a:defRPr b="0">
                <a:latin typeface="Montserrat Medium"/>
                <a:ea typeface="Montserrat Medium"/>
                <a:cs typeface="Montserrat Medium"/>
                <a:sym typeface="Montserrat Medium"/>
              </a:defRPr>
            </a:lvl5pPr>
            <a:lvl6pPr lvl="5">
              <a:spcBef>
                <a:spcPts val="0"/>
              </a:spcBef>
              <a:spcAft>
                <a:spcPts val="0"/>
              </a:spcAft>
              <a:buSzPts val="1800"/>
              <a:buFont typeface="Montserrat Medium"/>
              <a:buNone/>
              <a:defRPr b="0">
                <a:latin typeface="Montserrat Medium"/>
                <a:ea typeface="Montserrat Medium"/>
                <a:cs typeface="Montserrat Medium"/>
                <a:sym typeface="Montserrat Medium"/>
              </a:defRPr>
            </a:lvl6pPr>
            <a:lvl7pPr lvl="6">
              <a:spcBef>
                <a:spcPts val="0"/>
              </a:spcBef>
              <a:spcAft>
                <a:spcPts val="0"/>
              </a:spcAft>
              <a:buSzPts val="1800"/>
              <a:buFont typeface="Montserrat Medium"/>
              <a:buNone/>
              <a:defRPr b="0">
                <a:latin typeface="Montserrat Medium"/>
                <a:ea typeface="Montserrat Medium"/>
                <a:cs typeface="Montserrat Medium"/>
                <a:sym typeface="Montserrat Medium"/>
              </a:defRPr>
            </a:lvl7pPr>
            <a:lvl8pPr lvl="7">
              <a:spcBef>
                <a:spcPts val="0"/>
              </a:spcBef>
              <a:spcAft>
                <a:spcPts val="0"/>
              </a:spcAft>
              <a:buSzPts val="1800"/>
              <a:buFont typeface="Montserrat Medium"/>
              <a:buNone/>
              <a:defRPr b="0">
                <a:latin typeface="Montserrat Medium"/>
                <a:ea typeface="Montserrat Medium"/>
                <a:cs typeface="Montserrat Medium"/>
                <a:sym typeface="Montserrat Medium"/>
              </a:defRPr>
            </a:lvl8pPr>
            <a:lvl9pPr lvl="8">
              <a:spcBef>
                <a:spcPts val="0"/>
              </a:spcBef>
              <a:spcAft>
                <a:spcPts val="0"/>
              </a:spcAft>
              <a:buSzPts val="1800"/>
              <a:buFont typeface="Montserrat Medium"/>
              <a:buNone/>
              <a:defRPr b="0">
                <a:latin typeface="Montserrat Medium"/>
                <a:ea typeface="Montserrat Medium"/>
                <a:cs typeface="Montserrat Medium"/>
                <a:sym typeface="Montserrat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5">
    <p:bg>
      <p:bgPr>
        <a:solidFill>
          <a:schemeClr val="dk1"/>
        </a:solidFill>
      </p:bgPr>
    </p:bg>
    <p:spTree>
      <p:nvGrpSpPr>
        <p:cNvPr id="68" name="Shape 68"/>
        <p:cNvGrpSpPr/>
        <p:nvPr/>
      </p:nvGrpSpPr>
      <p:grpSpPr>
        <a:xfrm>
          <a:off x="0" y="0"/>
          <a:ext cx="0" cy="0"/>
          <a:chOff x="0" y="0"/>
          <a:chExt cx="0" cy="0"/>
        </a:xfrm>
      </p:grpSpPr>
      <p:sp>
        <p:nvSpPr>
          <p:cNvPr id="69" name="Google Shape;69;p1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70" name="Google Shape;70;p14"/>
          <p:cNvSpPr/>
          <p:nvPr/>
        </p:nvSpPr>
        <p:spPr>
          <a:xfrm>
            <a:off x="1130200" y="2732730"/>
            <a:ext cx="9931500" cy="3058500"/>
          </a:xfrm>
          <a:prstGeom prst="roundRect">
            <a:avLst>
              <a:gd fmla="val 16667" name="adj"/>
            </a:avLst>
          </a:prstGeom>
          <a:solidFill>
            <a:srgbClr val="FFFFFF"/>
          </a:solidFill>
          <a:ln cap="flat" cmpd="sng" w="16925">
            <a:solidFill>
              <a:srgbClr val="E0E0E0">
                <a:alpha val="74510"/>
              </a:srgbClr>
            </a:solidFill>
            <a:prstDash val="solid"/>
            <a:round/>
            <a:headEnd len="sm" w="sm" type="none"/>
            <a:tailEnd len="sm" w="sm" type="none"/>
          </a:ln>
          <a:effectLst>
            <a:outerShdw blurRad="50800" rotWithShape="0" algn="bl" dir="2700000" dist="20320">
              <a:srgbClr val="000000">
                <a:alpha val="21570"/>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595959"/>
              </a:solidFill>
              <a:latin typeface="Arial"/>
              <a:ea typeface="Arial"/>
              <a:cs typeface="Arial"/>
              <a:sym typeface="Arial"/>
            </a:endParaRPr>
          </a:p>
        </p:txBody>
      </p:sp>
      <p:sp>
        <p:nvSpPr>
          <p:cNvPr id="71" name="Google Shape;71;p14"/>
          <p:cNvSpPr/>
          <p:nvPr/>
        </p:nvSpPr>
        <p:spPr>
          <a:xfrm>
            <a:off x="1861720" y="2411366"/>
            <a:ext cx="1950900" cy="408900"/>
          </a:xfrm>
          <a:prstGeom prst="roundRect">
            <a:avLst>
              <a:gd fmla="val 16667" name="adj"/>
            </a:avLst>
          </a:prstGeom>
          <a:solidFill>
            <a:srgbClr val="FFFFFF"/>
          </a:solidFill>
          <a:ln cap="flat" cmpd="sng" w="16925">
            <a:solidFill>
              <a:srgbClr val="1F807E">
                <a:alpha val="74510"/>
              </a:srgbClr>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2" name="Google Shape;72;p14"/>
          <p:cNvSpPr/>
          <p:nvPr/>
        </p:nvSpPr>
        <p:spPr>
          <a:xfrm>
            <a:off x="1922680" y="2425973"/>
            <a:ext cx="1828800" cy="3795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1F807E"/>
              </a:buClr>
              <a:buSzPts val="1600"/>
              <a:buFont typeface="Montserrat"/>
              <a:buNone/>
            </a:pPr>
            <a:r>
              <a:t/>
            </a:r>
            <a:endParaRPr b="0" i="0" sz="1600" u="none" cap="none" strike="noStrike">
              <a:solidFill>
                <a:srgbClr val="E69138"/>
              </a:solidFill>
              <a:latin typeface="Montserrat"/>
              <a:ea typeface="Montserrat"/>
              <a:cs typeface="Montserrat"/>
              <a:sym typeface="Montserrat"/>
            </a:endParaRPr>
          </a:p>
        </p:txBody>
      </p:sp>
      <p:sp>
        <p:nvSpPr>
          <p:cNvPr id="73" name="Google Shape;73;p14"/>
          <p:cNvSpPr txBox="1"/>
          <p:nvPr>
            <p:ph idx="1" type="subTitle"/>
          </p:nvPr>
        </p:nvSpPr>
        <p:spPr>
          <a:xfrm>
            <a:off x="1861933" y="2347167"/>
            <a:ext cx="1950900" cy="537300"/>
          </a:xfrm>
          <a:prstGeom prst="rect">
            <a:avLst/>
          </a:prstGeom>
        </p:spPr>
        <p:txBody>
          <a:bodyPr anchorCtr="0" anchor="t" bIns="121900" lIns="121900" spcFirstLastPara="1" rIns="121900" wrap="square" tIns="121900">
            <a:normAutofit/>
          </a:bodyPr>
          <a:lstStyle>
            <a:lvl1pPr lvl="0" algn="ctr">
              <a:spcBef>
                <a:spcPts val="0"/>
              </a:spcBef>
              <a:spcAft>
                <a:spcPts val="0"/>
              </a:spcAft>
              <a:buClr>
                <a:srgbClr val="229FA1"/>
              </a:buClr>
              <a:buSzPts val="1600"/>
              <a:buNone/>
              <a:defRPr b="1" sz="1600">
                <a:solidFill>
                  <a:srgbClr val="229FA1"/>
                </a:solidFill>
              </a:defRPr>
            </a:lvl1pPr>
            <a:lvl2pPr lvl="1">
              <a:spcBef>
                <a:spcPts val="0"/>
              </a:spcBef>
              <a:spcAft>
                <a:spcPts val="0"/>
              </a:spcAft>
              <a:buClr>
                <a:srgbClr val="229FA1"/>
              </a:buClr>
              <a:buSzPts val="1600"/>
              <a:buNone/>
              <a:defRPr sz="1600">
                <a:solidFill>
                  <a:srgbClr val="229FA1"/>
                </a:solidFill>
              </a:defRPr>
            </a:lvl2pPr>
            <a:lvl3pPr lvl="2">
              <a:spcBef>
                <a:spcPts val="0"/>
              </a:spcBef>
              <a:spcAft>
                <a:spcPts val="0"/>
              </a:spcAft>
              <a:buClr>
                <a:srgbClr val="229FA1"/>
              </a:buClr>
              <a:buSzPts val="1600"/>
              <a:buNone/>
              <a:defRPr sz="1600">
                <a:solidFill>
                  <a:srgbClr val="229FA1"/>
                </a:solidFill>
              </a:defRPr>
            </a:lvl3pPr>
            <a:lvl4pPr lvl="3">
              <a:spcBef>
                <a:spcPts val="0"/>
              </a:spcBef>
              <a:spcAft>
                <a:spcPts val="0"/>
              </a:spcAft>
              <a:buClr>
                <a:srgbClr val="229FA1"/>
              </a:buClr>
              <a:buSzPts val="1600"/>
              <a:buNone/>
              <a:defRPr sz="1600">
                <a:solidFill>
                  <a:srgbClr val="229FA1"/>
                </a:solidFill>
              </a:defRPr>
            </a:lvl4pPr>
            <a:lvl5pPr lvl="4">
              <a:spcBef>
                <a:spcPts val="0"/>
              </a:spcBef>
              <a:spcAft>
                <a:spcPts val="0"/>
              </a:spcAft>
              <a:buClr>
                <a:srgbClr val="229FA1"/>
              </a:buClr>
              <a:buSzPts val="1600"/>
              <a:buNone/>
              <a:defRPr sz="1600">
                <a:solidFill>
                  <a:srgbClr val="229FA1"/>
                </a:solidFill>
              </a:defRPr>
            </a:lvl5pPr>
            <a:lvl6pPr lvl="5">
              <a:spcBef>
                <a:spcPts val="0"/>
              </a:spcBef>
              <a:spcAft>
                <a:spcPts val="0"/>
              </a:spcAft>
              <a:buClr>
                <a:srgbClr val="229FA1"/>
              </a:buClr>
              <a:buSzPts val="1600"/>
              <a:buNone/>
              <a:defRPr sz="1600">
                <a:solidFill>
                  <a:srgbClr val="229FA1"/>
                </a:solidFill>
              </a:defRPr>
            </a:lvl6pPr>
            <a:lvl7pPr lvl="6">
              <a:spcBef>
                <a:spcPts val="0"/>
              </a:spcBef>
              <a:spcAft>
                <a:spcPts val="0"/>
              </a:spcAft>
              <a:buClr>
                <a:srgbClr val="229FA1"/>
              </a:buClr>
              <a:buSzPts val="1600"/>
              <a:buNone/>
              <a:defRPr sz="1600">
                <a:solidFill>
                  <a:srgbClr val="229FA1"/>
                </a:solidFill>
              </a:defRPr>
            </a:lvl7pPr>
            <a:lvl8pPr lvl="7">
              <a:spcBef>
                <a:spcPts val="0"/>
              </a:spcBef>
              <a:spcAft>
                <a:spcPts val="0"/>
              </a:spcAft>
              <a:buClr>
                <a:srgbClr val="229FA1"/>
              </a:buClr>
              <a:buSzPts val="1600"/>
              <a:buNone/>
              <a:defRPr sz="1600">
                <a:solidFill>
                  <a:srgbClr val="229FA1"/>
                </a:solidFill>
              </a:defRPr>
            </a:lvl8pPr>
            <a:lvl9pPr lvl="8">
              <a:spcBef>
                <a:spcPts val="0"/>
              </a:spcBef>
              <a:spcAft>
                <a:spcPts val="0"/>
              </a:spcAft>
              <a:buClr>
                <a:srgbClr val="229FA1"/>
              </a:buClr>
              <a:buSzPts val="1600"/>
              <a:buNone/>
              <a:defRPr sz="1600">
                <a:solidFill>
                  <a:srgbClr val="229FA1"/>
                </a:solidFill>
              </a:defRPr>
            </a:lvl9pPr>
          </a:lstStyle>
          <a:p/>
        </p:txBody>
      </p:sp>
      <p:sp>
        <p:nvSpPr>
          <p:cNvPr id="74" name="Google Shape;74;p14"/>
          <p:cNvSpPr txBox="1"/>
          <p:nvPr>
            <p:ph idx="2" type="body"/>
          </p:nvPr>
        </p:nvSpPr>
        <p:spPr>
          <a:xfrm>
            <a:off x="1861933" y="2929800"/>
            <a:ext cx="86793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75" name="Google Shape;75;p14"/>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bjective">
  <p:cSld name="TITLE_AND_BODY_1">
    <p:bg>
      <p:bgPr>
        <a:solidFill>
          <a:schemeClr val="dk1"/>
        </a:solidFill>
      </p:bgPr>
    </p:bg>
    <p:spTree>
      <p:nvGrpSpPr>
        <p:cNvPr id="76" name="Shape 76"/>
        <p:cNvGrpSpPr/>
        <p:nvPr/>
      </p:nvGrpSpPr>
      <p:grpSpPr>
        <a:xfrm>
          <a:off x="0" y="0"/>
          <a:ext cx="0" cy="0"/>
          <a:chOff x="0" y="0"/>
          <a:chExt cx="0" cy="0"/>
        </a:xfrm>
      </p:grpSpPr>
      <p:sp>
        <p:nvSpPr>
          <p:cNvPr id="77" name="Google Shape;77;p15"/>
          <p:cNvSpPr/>
          <p:nvPr/>
        </p:nvSpPr>
        <p:spPr>
          <a:xfrm>
            <a:off x="304800" y="298167"/>
            <a:ext cx="3810000" cy="3012300"/>
          </a:xfrm>
          <a:prstGeom prst="roundRect">
            <a:avLst>
              <a:gd fmla="val 6910" name="adj"/>
            </a:avLst>
          </a:prstGeom>
          <a:noFill/>
          <a:ln cap="flat" cmpd="sng" w="25400">
            <a:solidFill>
              <a:srgbClr val="E0E0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78" name="Google Shape;78;p15"/>
          <p:cNvSpPr/>
          <p:nvPr/>
        </p:nvSpPr>
        <p:spPr>
          <a:xfrm>
            <a:off x="304800" y="3473267"/>
            <a:ext cx="5714700" cy="2727600"/>
          </a:xfrm>
          <a:prstGeom prst="roundRect">
            <a:avLst>
              <a:gd fmla="val 9454"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79" name="Google Shape;79;p15"/>
          <p:cNvSpPr txBox="1"/>
          <p:nvPr>
            <p:ph idx="1" type="subTitle"/>
          </p:nvPr>
        </p:nvSpPr>
        <p:spPr>
          <a:xfrm>
            <a:off x="389200" y="1680300"/>
            <a:ext cx="3399900" cy="537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1800"/>
              <a:buNone/>
              <a:defRPr>
                <a:solidFill>
                  <a:schemeClr val="accent2"/>
                </a:solidFill>
              </a:defRPr>
            </a:lvl1pPr>
            <a:lvl2pPr lvl="1">
              <a:spcBef>
                <a:spcPts val="0"/>
              </a:spcBef>
              <a:spcAft>
                <a:spcPts val="0"/>
              </a:spcAft>
              <a:buClr>
                <a:schemeClr val="accent2"/>
              </a:buClr>
              <a:buSzPts val="1800"/>
              <a:buNone/>
              <a:defRPr>
                <a:solidFill>
                  <a:schemeClr val="accent2"/>
                </a:solidFill>
              </a:defRPr>
            </a:lvl2pPr>
            <a:lvl3pPr lvl="2">
              <a:spcBef>
                <a:spcPts val="0"/>
              </a:spcBef>
              <a:spcAft>
                <a:spcPts val="0"/>
              </a:spcAft>
              <a:buClr>
                <a:schemeClr val="accent2"/>
              </a:buClr>
              <a:buSzPts val="1800"/>
              <a:buNone/>
              <a:defRPr>
                <a:solidFill>
                  <a:schemeClr val="accent2"/>
                </a:solidFill>
              </a:defRPr>
            </a:lvl3pPr>
            <a:lvl4pPr lvl="3">
              <a:spcBef>
                <a:spcPts val="0"/>
              </a:spcBef>
              <a:spcAft>
                <a:spcPts val="0"/>
              </a:spcAft>
              <a:buClr>
                <a:schemeClr val="accent2"/>
              </a:buClr>
              <a:buSzPts val="1800"/>
              <a:buNone/>
              <a:defRPr>
                <a:solidFill>
                  <a:schemeClr val="accent2"/>
                </a:solidFill>
              </a:defRPr>
            </a:lvl4pPr>
            <a:lvl5pPr lvl="4">
              <a:spcBef>
                <a:spcPts val="0"/>
              </a:spcBef>
              <a:spcAft>
                <a:spcPts val="0"/>
              </a:spcAft>
              <a:buClr>
                <a:schemeClr val="accent2"/>
              </a:buClr>
              <a:buSzPts val="1800"/>
              <a:buNone/>
              <a:defRPr>
                <a:solidFill>
                  <a:schemeClr val="accent2"/>
                </a:solidFill>
              </a:defRPr>
            </a:lvl5pPr>
            <a:lvl6pPr lvl="5">
              <a:spcBef>
                <a:spcPts val="0"/>
              </a:spcBef>
              <a:spcAft>
                <a:spcPts val="0"/>
              </a:spcAft>
              <a:buClr>
                <a:schemeClr val="accent2"/>
              </a:buClr>
              <a:buSzPts val="1800"/>
              <a:buNone/>
              <a:defRPr>
                <a:solidFill>
                  <a:schemeClr val="accent2"/>
                </a:solidFill>
              </a:defRPr>
            </a:lvl6pPr>
            <a:lvl7pPr lvl="6">
              <a:spcBef>
                <a:spcPts val="0"/>
              </a:spcBef>
              <a:spcAft>
                <a:spcPts val="0"/>
              </a:spcAft>
              <a:buClr>
                <a:schemeClr val="accent2"/>
              </a:buClr>
              <a:buSzPts val="1800"/>
              <a:buNone/>
              <a:defRPr>
                <a:solidFill>
                  <a:schemeClr val="accent2"/>
                </a:solidFill>
              </a:defRPr>
            </a:lvl7pPr>
            <a:lvl8pPr lvl="7">
              <a:spcBef>
                <a:spcPts val="0"/>
              </a:spcBef>
              <a:spcAft>
                <a:spcPts val="0"/>
              </a:spcAft>
              <a:buClr>
                <a:schemeClr val="accent2"/>
              </a:buClr>
              <a:buSzPts val="1800"/>
              <a:buNone/>
              <a:defRPr>
                <a:solidFill>
                  <a:schemeClr val="accent2"/>
                </a:solidFill>
              </a:defRPr>
            </a:lvl8pPr>
            <a:lvl9pPr lvl="8">
              <a:spcBef>
                <a:spcPts val="0"/>
              </a:spcBef>
              <a:spcAft>
                <a:spcPts val="0"/>
              </a:spcAft>
              <a:buClr>
                <a:schemeClr val="accent2"/>
              </a:buClr>
              <a:buSzPts val="1800"/>
              <a:buNone/>
              <a:defRPr>
                <a:solidFill>
                  <a:schemeClr val="accent2"/>
                </a:solidFill>
              </a:defRPr>
            </a:lvl9pPr>
          </a:lstStyle>
          <a:p/>
        </p:txBody>
      </p:sp>
      <p:sp>
        <p:nvSpPr>
          <p:cNvPr id="80" name="Google Shape;80;p15"/>
          <p:cNvSpPr txBox="1"/>
          <p:nvPr>
            <p:ph idx="2" type="body"/>
          </p:nvPr>
        </p:nvSpPr>
        <p:spPr>
          <a:xfrm>
            <a:off x="389200" y="2217600"/>
            <a:ext cx="3650400" cy="908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81" name="Google Shape;81;p15"/>
          <p:cNvSpPr txBox="1"/>
          <p:nvPr>
            <p:ph idx="3" type="subTitle"/>
          </p:nvPr>
        </p:nvSpPr>
        <p:spPr>
          <a:xfrm>
            <a:off x="389200" y="356400"/>
            <a:ext cx="3226500" cy="596100"/>
          </a:xfrm>
          <a:prstGeom prst="rect">
            <a:avLst/>
          </a:prstGeom>
        </p:spPr>
        <p:txBody>
          <a:bodyPr anchorCtr="0" anchor="t" bIns="121900" lIns="121900" spcFirstLastPara="1" rIns="121900" wrap="square" tIns="121900">
            <a:normAutofit/>
          </a:bodyPr>
          <a:lstStyle>
            <a:lvl1pPr lvl="0">
              <a:lnSpc>
                <a:spcPct val="50000"/>
              </a:lnSpc>
              <a:spcBef>
                <a:spcPts val="0"/>
              </a:spcBef>
              <a:spcAft>
                <a:spcPts val="0"/>
              </a:spcAft>
              <a:buClr>
                <a:schemeClr val="accent1"/>
              </a:buClr>
              <a:buSzPts val="4000"/>
              <a:buNone/>
              <a:defRPr sz="4000">
                <a:solidFill>
                  <a:schemeClr val="accent1"/>
                </a:solidFill>
              </a:defRPr>
            </a:lvl1pPr>
            <a:lvl2pPr lvl="1">
              <a:lnSpc>
                <a:spcPct val="50000"/>
              </a:lnSpc>
              <a:spcBef>
                <a:spcPts val="0"/>
              </a:spcBef>
              <a:spcAft>
                <a:spcPts val="0"/>
              </a:spcAft>
              <a:buClr>
                <a:schemeClr val="accent1"/>
              </a:buClr>
              <a:buSzPts val="4000"/>
              <a:buNone/>
              <a:defRPr sz="4000">
                <a:solidFill>
                  <a:schemeClr val="accent1"/>
                </a:solidFill>
              </a:defRPr>
            </a:lvl2pPr>
            <a:lvl3pPr lvl="2">
              <a:lnSpc>
                <a:spcPct val="50000"/>
              </a:lnSpc>
              <a:spcBef>
                <a:spcPts val="0"/>
              </a:spcBef>
              <a:spcAft>
                <a:spcPts val="0"/>
              </a:spcAft>
              <a:buClr>
                <a:schemeClr val="accent1"/>
              </a:buClr>
              <a:buSzPts val="4000"/>
              <a:buNone/>
              <a:defRPr sz="4000">
                <a:solidFill>
                  <a:schemeClr val="accent1"/>
                </a:solidFill>
              </a:defRPr>
            </a:lvl3pPr>
            <a:lvl4pPr lvl="3">
              <a:lnSpc>
                <a:spcPct val="50000"/>
              </a:lnSpc>
              <a:spcBef>
                <a:spcPts val="0"/>
              </a:spcBef>
              <a:spcAft>
                <a:spcPts val="0"/>
              </a:spcAft>
              <a:buClr>
                <a:schemeClr val="accent1"/>
              </a:buClr>
              <a:buSzPts val="4000"/>
              <a:buNone/>
              <a:defRPr sz="4000">
                <a:solidFill>
                  <a:schemeClr val="accent1"/>
                </a:solidFill>
              </a:defRPr>
            </a:lvl4pPr>
            <a:lvl5pPr lvl="4">
              <a:lnSpc>
                <a:spcPct val="50000"/>
              </a:lnSpc>
              <a:spcBef>
                <a:spcPts val="0"/>
              </a:spcBef>
              <a:spcAft>
                <a:spcPts val="0"/>
              </a:spcAft>
              <a:buClr>
                <a:schemeClr val="accent1"/>
              </a:buClr>
              <a:buSzPts val="4000"/>
              <a:buNone/>
              <a:defRPr sz="4000">
                <a:solidFill>
                  <a:schemeClr val="accent1"/>
                </a:solidFill>
              </a:defRPr>
            </a:lvl5pPr>
            <a:lvl6pPr lvl="5">
              <a:lnSpc>
                <a:spcPct val="50000"/>
              </a:lnSpc>
              <a:spcBef>
                <a:spcPts val="0"/>
              </a:spcBef>
              <a:spcAft>
                <a:spcPts val="0"/>
              </a:spcAft>
              <a:buClr>
                <a:schemeClr val="accent1"/>
              </a:buClr>
              <a:buSzPts val="4000"/>
              <a:buNone/>
              <a:defRPr sz="4000">
                <a:solidFill>
                  <a:schemeClr val="accent1"/>
                </a:solidFill>
              </a:defRPr>
            </a:lvl6pPr>
            <a:lvl7pPr lvl="6">
              <a:lnSpc>
                <a:spcPct val="50000"/>
              </a:lnSpc>
              <a:spcBef>
                <a:spcPts val="0"/>
              </a:spcBef>
              <a:spcAft>
                <a:spcPts val="0"/>
              </a:spcAft>
              <a:buClr>
                <a:schemeClr val="accent1"/>
              </a:buClr>
              <a:buSzPts val="4000"/>
              <a:buNone/>
              <a:defRPr sz="4000">
                <a:solidFill>
                  <a:schemeClr val="accent1"/>
                </a:solidFill>
              </a:defRPr>
            </a:lvl7pPr>
            <a:lvl8pPr lvl="7">
              <a:lnSpc>
                <a:spcPct val="50000"/>
              </a:lnSpc>
              <a:spcBef>
                <a:spcPts val="0"/>
              </a:spcBef>
              <a:spcAft>
                <a:spcPts val="0"/>
              </a:spcAft>
              <a:buClr>
                <a:schemeClr val="accent1"/>
              </a:buClr>
              <a:buSzPts val="4000"/>
              <a:buNone/>
              <a:defRPr sz="4000">
                <a:solidFill>
                  <a:schemeClr val="accent1"/>
                </a:solidFill>
              </a:defRPr>
            </a:lvl8pPr>
            <a:lvl9pPr lvl="8">
              <a:lnSpc>
                <a:spcPct val="50000"/>
              </a:lnSpc>
              <a:spcBef>
                <a:spcPts val="0"/>
              </a:spcBef>
              <a:spcAft>
                <a:spcPts val="0"/>
              </a:spcAft>
              <a:buClr>
                <a:schemeClr val="accent1"/>
              </a:buClr>
              <a:buSzPts val="4000"/>
              <a:buNone/>
              <a:defRPr sz="4000">
                <a:solidFill>
                  <a:schemeClr val="accent1"/>
                </a:solidFill>
              </a:defRPr>
            </a:lvl9pPr>
          </a:lstStyle>
          <a:p/>
        </p:txBody>
      </p:sp>
      <p:sp>
        <p:nvSpPr>
          <p:cNvPr id="82" name="Google Shape;82;p15"/>
          <p:cNvSpPr/>
          <p:nvPr/>
        </p:nvSpPr>
        <p:spPr>
          <a:xfrm>
            <a:off x="4274533" y="298167"/>
            <a:ext cx="3650400" cy="3012300"/>
          </a:xfrm>
          <a:prstGeom prst="roundRect">
            <a:avLst>
              <a:gd fmla="val 6910" name="adj"/>
            </a:avLst>
          </a:prstGeom>
          <a:noFill/>
          <a:ln cap="flat" cmpd="sng" w="25400">
            <a:solidFill>
              <a:srgbClr val="E0E0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3" name="Google Shape;83;p15"/>
          <p:cNvSpPr txBox="1"/>
          <p:nvPr>
            <p:ph idx="4" type="subTitle"/>
          </p:nvPr>
        </p:nvSpPr>
        <p:spPr>
          <a:xfrm>
            <a:off x="4355395" y="1680300"/>
            <a:ext cx="3257700" cy="537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1800"/>
              <a:buNone/>
              <a:defRPr>
                <a:solidFill>
                  <a:schemeClr val="accent2"/>
                </a:solidFill>
              </a:defRPr>
            </a:lvl1pPr>
            <a:lvl2pPr lvl="1">
              <a:spcBef>
                <a:spcPts val="0"/>
              </a:spcBef>
              <a:spcAft>
                <a:spcPts val="0"/>
              </a:spcAft>
              <a:buClr>
                <a:schemeClr val="accent2"/>
              </a:buClr>
              <a:buSzPts val="1800"/>
              <a:buNone/>
              <a:defRPr>
                <a:solidFill>
                  <a:schemeClr val="accent2"/>
                </a:solidFill>
              </a:defRPr>
            </a:lvl2pPr>
            <a:lvl3pPr lvl="2">
              <a:spcBef>
                <a:spcPts val="0"/>
              </a:spcBef>
              <a:spcAft>
                <a:spcPts val="0"/>
              </a:spcAft>
              <a:buClr>
                <a:schemeClr val="accent2"/>
              </a:buClr>
              <a:buSzPts val="1800"/>
              <a:buNone/>
              <a:defRPr>
                <a:solidFill>
                  <a:schemeClr val="accent2"/>
                </a:solidFill>
              </a:defRPr>
            </a:lvl3pPr>
            <a:lvl4pPr lvl="3">
              <a:spcBef>
                <a:spcPts val="0"/>
              </a:spcBef>
              <a:spcAft>
                <a:spcPts val="0"/>
              </a:spcAft>
              <a:buClr>
                <a:schemeClr val="accent2"/>
              </a:buClr>
              <a:buSzPts val="1800"/>
              <a:buNone/>
              <a:defRPr>
                <a:solidFill>
                  <a:schemeClr val="accent2"/>
                </a:solidFill>
              </a:defRPr>
            </a:lvl4pPr>
            <a:lvl5pPr lvl="4">
              <a:spcBef>
                <a:spcPts val="0"/>
              </a:spcBef>
              <a:spcAft>
                <a:spcPts val="0"/>
              </a:spcAft>
              <a:buClr>
                <a:schemeClr val="accent2"/>
              </a:buClr>
              <a:buSzPts val="1800"/>
              <a:buNone/>
              <a:defRPr>
                <a:solidFill>
                  <a:schemeClr val="accent2"/>
                </a:solidFill>
              </a:defRPr>
            </a:lvl5pPr>
            <a:lvl6pPr lvl="5">
              <a:spcBef>
                <a:spcPts val="0"/>
              </a:spcBef>
              <a:spcAft>
                <a:spcPts val="0"/>
              </a:spcAft>
              <a:buClr>
                <a:schemeClr val="accent2"/>
              </a:buClr>
              <a:buSzPts val="1800"/>
              <a:buNone/>
              <a:defRPr>
                <a:solidFill>
                  <a:schemeClr val="accent2"/>
                </a:solidFill>
              </a:defRPr>
            </a:lvl6pPr>
            <a:lvl7pPr lvl="6">
              <a:spcBef>
                <a:spcPts val="0"/>
              </a:spcBef>
              <a:spcAft>
                <a:spcPts val="0"/>
              </a:spcAft>
              <a:buClr>
                <a:schemeClr val="accent2"/>
              </a:buClr>
              <a:buSzPts val="1800"/>
              <a:buNone/>
              <a:defRPr>
                <a:solidFill>
                  <a:schemeClr val="accent2"/>
                </a:solidFill>
              </a:defRPr>
            </a:lvl7pPr>
            <a:lvl8pPr lvl="7">
              <a:spcBef>
                <a:spcPts val="0"/>
              </a:spcBef>
              <a:spcAft>
                <a:spcPts val="0"/>
              </a:spcAft>
              <a:buClr>
                <a:schemeClr val="accent2"/>
              </a:buClr>
              <a:buSzPts val="1800"/>
              <a:buNone/>
              <a:defRPr>
                <a:solidFill>
                  <a:schemeClr val="accent2"/>
                </a:solidFill>
              </a:defRPr>
            </a:lvl8pPr>
            <a:lvl9pPr lvl="8">
              <a:spcBef>
                <a:spcPts val="0"/>
              </a:spcBef>
              <a:spcAft>
                <a:spcPts val="0"/>
              </a:spcAft>
              <a:buClr>
                <a:schemeClr val="accent2"/>
              </a:buClr>
              <a:buSzPts val="1800"/>
              <a:buNone/>
              <a:defRPr>
                <a:solidFill>
                  <a:schemeClr val="accent2"/>
                </a:solidFill>
              </a:defRPr>
            </a:lvl9pPr>
          </a:lstStyle>
          <a:p/>
        </p:txBody>
      </p:sp>
      <p:sp>
        <p:nvSpPr>
          <p:cNvPr id="84" name="Google Shape;84;p15"/>
          <p:cNvSpPr txBox="1"/>
          <p:nvPr>
            <p:ph idx="5" type="body"/>
          </p:nvPr>
        </p:nvSpPr>
        <p:spPr>
          <a:xfrm>
            <a:off x="4355400" y="2217600"/>
            <a:ext cx="3491700" cy="908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85" name="Google Shape;85;p15"/>
          <p:cNvSpPr txBox="1"/>
          <p:nvPr>
            <p:ph idx="6" type="subTitle"/>
          </p:nvPr>
        </p:nvSpPr>
        <p:spPr>
          <a:xfrm>
            <a:off x="4355395" y="356400"/>
            <a:ext cx="3091200" cy="596100"/>
          </a:xfrm>
          <a:prstGeom prst="rect">
            <a:avLst/>
          </a:prstGeom>
        </p:spPr>
        <p:txBody>
          <a:bodyPr anchorCtr="0" anchor="t" bIns="121900" lIns="121900" spcFirstLastPara="1" rIns="121900" wrap="square" tIns="121900">
            <a:normAutofit/>
          </a:bodyPr>
          <a:lstStyle>
            <a:lvl1pPr lvl="0">
              <a:lnSpc>
                <a:spcPct val="50000"/>
              </a:lnSpc>
              <a:spcBef>
                <a:spcPts val="0"/>
              </a:spcBef>
              <a:spcAft>
                <a:spcPts val="0"/>
              </a:spcAft>
              <a:buClr>
                <a:schemeClr val="accent1"/>
              </a:buClr>
              <a:buSzPts val="4000"/>
              <a:buNone/>
              <a:defRPr sz="4000">
                <a:solidFill>
                  <a:schemeClr val="accent1"/>
                </a:solidFill>
              </a:defRPr>
            </a:lvl1pPr>
            <a:lvl2pPr lvl="1">
              <a:lnSpc>
                <a:spcPct val="50000"/>
              </a:lnSpc>
              <a:spcBef>
                <a:spcPts val="0"/>
              </a:spcBef>
              <a:spcAft>
                <a:spcPts val="0"/>
              </a:spcAft>
              <a:buClr>
                <a:schemeClr val="accent1"/>
              </a:buClr>
              <a:buSzPts val="4000"/>
              <a:buNone/>
              <a:defRPr sz="4000">
                <a:solidFill>
                  <a:schemeClr val="accent1"/>
                </a:solidFill>
              </a:defRPr>
            </a:lvl2pPr>
            <a:lvl3pPr lvl="2">
              <a:lnSpc>
                <a:spcPct val="50000"/>
              </a:lnSpc>
              <a:spcBef>
                <a:spcPts val="0"/>
              </a:spcBef>
              <a:spcAft>
                <a:spcPts val="0"/>
              </a:spcAft>
              <a:buClr>
                <a:schemeClr val="accent1"/>
              </a:buClr>
              <a:buSzPts val="4000"/>
              <a:buNone/>
              <a:defRPr sz="4000">
                <a:solidFill>
                  <a:schemeClr val="accent1"/>
                </a:solidFill>
              </a:defRPr>
            </a:lvl3pPr>
            <a:lvl4pPr lvl="3">
              <a:lnSpc>
                <a:spcPct val="50000"/>
              </a:lnSpc>
              <a:spcBef>
                <a:spcPts val="0"/>
              </a:spcBef>
              <a:spcAft>
                <a:spcPts val="0"/>
              </a:spcAft>
              <a:buClr>
                <a:schemeClr val="accent1"/>
              </a:buClr>
              <a:buSzPts val="4000"/>
              <a:buNone/>
              <a:defRPr sz="4000">
                <a:solidFill>
                  <a:schemeClr val="accent1"/>
                </a:solidFill>
              </a:defRPr>
            </a:lvl4pPr>
            <a:lvl5pPr lvl="4">
              <a:lnSpc>
                <a:spcPct val="50000"/>
              </a:lnSpc>
              <a:spcBef>
                <a:spcPts val="0"/>
              </a:spcBef>
              <a:spcAft>
                <a:spcPts val="0"/>
              </a:spcAft>
              <a:buClr>
                <a:schemeClr val="accent1"/>
              </a:buClr>
              <a:buSzPts val="4000"/>
              <a:buNone/>
              <a:defRPr sz="4000">
                <a:solidFill>
                  <a:schemeClr val="accent1"/>
                </a:solidFill>
              </a:defRPr>
            </a:lvl5pPr>
            <a:lvl6pPr lvl="5">
              <a:lnSpc>
                <a:spcPct val="50000"/>
              </a:lnSpc>
              <a:spcBef>
                <a:spcPts val="0"/>
              </a:spcBef>
              <a:spcAft>
                <a:spcPts val="0"/>
              </a:spcAft>
              <a:buClr>
                <a:schemeClr val="accent1"/>
              </a:buClr>
              <a:buSzPts val="4000"/>
              <a:buNone/>
              <a:defRPr sz="4000">
                <a:solidFill>
                  <a:schemeClr val="accent1"/>
                </a:solidFill>
              </a:defRPr>
            </a:lvl6pPr>
            <a:lvl7pPr lvl="6">
              <a:lnSpc>
                <a:spcPct val="50000"/>
              </a:lnSpc>
              <a:spcBef>
                <a:spcPts val="0"/>
              </a:spcBef>
              <a:spcAft>
                <a:spcPts val="0"/>
              </a:spcAft>
              <a:buClr>
                <a:schemeClr val="accent1"/>
              </a:buClr>
              <a:buSzPts val="4000"/>
              <a:buNone/>
              <a:defRPr sz="4000">
                <a:solidFill>
                  <a:schemeClr val="accent1"/>
                </a:solidFill>
              </a:defRPr>
            </a:lvl7pPr>
            <a:lvl8pPr lvl="7">
              <a:lnSpc>
                <a:spcPct val="50000"/>
              </a:lnSpc>
              <a:spcBef>
                <a:spcPts val="0"/>
              </a:spcBef>
              <a:spcAft>
                <a:spcPts val="0"/>
              </a:spcAft>
              <a:buClr>
                <a:schemeClr val="accent1"/>
              </a:buClr>
              <a:buSzPts val="4000"/>
              <a:buNone/>
              <a:defRPr sz="4000">
                <a:solidFill>
                  <a:schemeClr val="accent1"/>
                </a:solidFill>
              </a:defRPr>
            </a:lvl8pPr>
            <a:lvl9pPr lvl="8">
              <a:lnSpc>
                <a:spcPct val="50000"/>
              </a:lnSpc>
              <a:spcBef>
                <a:spcPts val="0"/>
              </a:spcBef>
              <a:spcAft>
                <a:spcPts val="0"/>
              </a:spcAft>
              <a:buClr>
                <a:schemeClr val="accent1"/>
              </a:buClr>
              <a:buSzPts val="4000"/>
              <a:buNone/>
              <a:defRPr sz="4000">
                <a:solidFill>
                  <a:schemeClr val="accent1"/>
                </a:solidFill>
              </a:defRPr>
            </a:lvl9pPr>
          </a:lstStyle>
          <a:p/>
        </p:txBody>
      </p:sp>
      <p:sp>
        <p:nvSpPr>
          <p:cNvPr id="86" name="Google Shape;86;p15"/>
          <p:cNvSpPr/>
          <p:nvPr/>
        </p:nvSpPr>
        <p:spPr>
          <a:xfrm>
            <a:off x="8085267" y="298167"/>
            <a:ext cx="3810000" cy="3012300"/>
          </a:xfrm>
          <a:prstGeom prst="roundRect">
            <a:avLst>
              <a:gd fmla="val 6910" name="adj"/>
            </a:avLst>
          </a:prstGeom>
          <a:noFill/>
          <a:ln cap="flat" cmpd="sng" w="25400">
            <a:solidFill>
              <a:srgbClr val="E0E0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7" name="Google Shape;87;p15"/>
          <p:cNvSpPr txBox="1"/>
          <p:nvPr>
            <p:ph idx="7" type="subTitle"/>
          </p:nvPr>
        </p:nvSpPr>
        <p:spPr>
          <a:xfrm>
            <a:off x="8169667" y="1680300"/>
            <a:ext cx="3399900" cy="537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1800"/>
              <a:buNone/>
              <a:defRPr>
                <a:solidFill>
                  <a:schemeClr val="accent2"/>
                </a:solidFill>
              </a:defRPr>
            </a:lvl1pPr>
            <a:lvl2pPr lvl="1">
              <a:spcBef>
                <a:spcPts val="0"/>
              </a:spcBef>
              <a:spcAft>
                <a:spcPts val="0"/>
              </a:spcAft>
              <a:buClr>
                <a:schemeClr val="accent2"/>
              </a:buClr>
              <a:buSzPts val="1800"/>
              <a:buNone/>
              <a:defRPr>
                <a:solidFill>
                  <a:schemeClr val="accent2"/>
                </a:solidFill>
              </a:defRPr>
            </a:lvl2pPr>
            <a:lvl3pPr lvl="2">
              <a:spcBef>
                <a:spcPts val="0"/>
              </a:spcBef>
              <a:spcAft>
                <a:spcPts val="0"/>
              </a:spcAft>
              <a:buClr>
                <a:schemeClr val="accent2"/>
              </a:buClr>
              <a:buSzPts val="1800"/>
              <a:buNone/>
              <a:defRPr>
                <a:solidFill>
                  <a:schemeClr val="accent2"/>
                </a:solidFill>
              </a:defRPr>
            </a:lvl3pPr>
            <a:lvl4pPr lvl="3">
              <a:spcBef>
                <a:spcPts val="0"/>
              </a:spcBef>
              <a:spcAft>
                <a:spcPts val="0"/>
              </a:spcAft>
              <a:buClr>
                <a:schemeClr val="accent2"/>
              </a:buClr>
              <a:buSzPts val="1800"/>
              <a:buNone/>
              <a:defRPr>
                <a:solidFill>
                  <a:schemeClr val="accent2"/>
                </a:solidFill>
              </a:defRPr>
            </a:lvl4pPr>
            <a:lvl5pPr lvl="4">
              <a:spcBef>
                <a:spcPts val="0"/>
              </a:spcBef>
              <a:spcAft>
                <a:spcPts val="0"/>
              </a:spcAft>
              <a:buClr>
                <a:schemeClr val="accent2"/>
              </a:buClr>
              <a:buSzPts val="1800"/>
              <a:buNone/>
              <a:defRPr>
                <a:solidFill>
                  <a:schemeClr val="accent2"/>
                </a:solidFill>
              </a:defRPr>
            </a:lvl5pPr>
            <a:lvl6pPr lvl="5">
              <a:spcBef>
                <a:spcPts val="0"/>
              </a:spcBef>
              <a:spcAft>
                <a:spcPts val="0"/>
              </a:spcAft>
              <a:buClr>
                <a:schemeClr val="accent2"/>
              </a:buClr>
              <a:buSzPts val="1800"/>
              <a:buNone/>
              <a:defRPr>
                <a:solidFill>
                  <a:schemeClr val="accent2"/>
                </a:solidFill>
              </a:defRPr>
            </a:lvl6pPr>
            <a:lvl7pPr lvl="6">
              <a:spcBef>
                <a:spcPts val="0"/>
              </a:spcBef>
              <a:spcAft>
                <a:spcPts val="0"/>
              </a:spcAft>
              <a:buClr>
                <a:schemeClr val="accent2"/>
              </a:buClr>
              <a:buSzPts val="1800"/>
              <a:buNone/>
              <a:defRPr>
                <a:solidFill>
                  <a:schemeClr val="accent2"/>
                </a:solidFill>
              </a:defRPr>
            </a:lvl7pPr>
            <a:lvl8pPr lvl="7">
              <a:spcBef>
                <a:spcPts val="0"/>
              </a:spcBef>
              <a:spcAft>
                <a:spcPts val="0"/>
              </a:spcAft>
              <a:buClr>
                <a:schemeClr val="accent2"/>
              </a:buClr>
              <a:buSzPts val="1800"/>
              <a:buNone/>
              <a:defRPr>
                <a:solidFill>
                  <a:schemeClr val="accent2"/>
                </a:solidFill>
              </a:defRPr>
            </a:lvl8pPr>
            <a:lvl9pPr lvl="8">
              <a:spcBef>
                <a:spcPts val="0"/>
              </a:spcBef>
              <a:spcAft>
                <a:spcPts val="0"/>
              </a:spcAft>
              <a:buClr>
                <a:schemeClr val="accent2"/>
              </a:buClr>
              <a:buSzPts val="1800"/>
              <a:buNone/>
              <a:defRPr>
                <a:solidFill>
                  <a:schemeClr val="accent2"/>
                </a:solidFill>
              </a:defRPr>
            </a:lvl9pPr>
          </a:lstStyle>
          <a:p/>
        </p:txBody>
      </p:sp>
      <p:sp>
        <p:nvSpPr>
          <p:cNvPr id="88" name="Google Shape;88;p15"/>
          <p:cNvSpPr txBox="1"/>
          <p:nvPr>
            <p:ph idx="8" type="body"/>
          </p:nvPr>
        </p:nvSpPr>
        <p:spPr>
          <a:xfrm>
            <a:off x="8169667" y="2217600"/>
            <a:ext cx="3650400" cy="908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89" name="Google Shape;89;p15"/>
          <p:cNvSpPr txBox="1"/>
          <p:nvPr>
            <p:ph idx="9" type="subTitle"/>
          </p:nvPr>
        </p:nvSpPr>
        <p:spPr>
          <a:xfrm>
            <a:off x="8169667" y="356400"/>
            <a:ext cx="3226500" cy="596100"/>
          </a:xfrm>
          <a:prstGeom prst="rect">
            <a:avLst/>
          </a:prstGeom>
        </p:spPr>
        <p:txBody>
          <a:bodyPr anchorCtr="0" anchor="t" bIns="121900" lIns="121900" spcFirstLastPara="1" rIns="121900" wrap="square" tIns="121900">
            <a:normAutofit/>
          </a:bodyPr>
          <a:lstStyle>
            <a:lvl1pPr lvl="0">
              <a:lnSpc>
                <a:spcPct val="50000"/>
              </a:lnSpc>
              <a:spcBef>
                <a:spcPts val="0"/>
              </a:spcBef>
              <a:spcAft>
                <a:spcPts val="0"/>
              </a:spcAft>
              <a:buClr>
                <a:schemeClr val="accent1"/>
              </a:buClr>
              <a:buSzPts val="4000"/>
              <a:buNone/>
              <a:defRPr sz="4000">
                <a:solidFill>
                  <a:schemeClr val="accent1"/>
                </a:solidFill>
              </a:defRPr>
            </a:lvl1pPr>
            <a:lvl2pPr lvl="1">
              <a:lnSpc>
                <a:spcPct val="50000"/>
              </a:lnSpc>
              <a:spcBef>
                <a:spcPts val="0"/>
              </a:spcBef>
              <a:spcAft>
                <a:spcPts val="0"/>
              </a:spcAft>
              <a:buClr>
                <a:schemeClr val="accent1"/>
              </a:buClr>
              <a:buSzPts val="4000"/>
              <a:buNone/>
              <a:defRPr sz="4000">
                <a:solidFill>
                  <a:schemeClr val="accent1"/>
                </a:solidFill>
              </a:defRPr>
            </a:lvl2pPr>
            <a:lvl3pPr lvl="2">
              <a:lnSpc>
                <a:spcPct val="50000"/>
              </a:lnSpc>
              <a:spcBef>
                <a:spcPts val="0"/>
              </a:spcBef>
              <a:spcAft>
                <a:spcPts val="0"/>
              </a:spcAft>
              <a:buClr>
                <a:schemeClr val="accent1"/>
              </a:buClr>
              <a:buSzPts val="4000"/>
              <a:buNone/>
              <a:defRPr sz="4000">
                <a:solidFill>
                  <a:schemeClr val="accent1"/>
                </a:solidFill>
              </a:defRPr>
            </a:lvl3pPr>
            <a:lvl4pPr lvl="3">
              <a:lnSpc>
                <a:spcPct val="50000"/>
              </a:lnSpc>
              <a:spcBef>
                <a:spcPts val="0"/>
              </a:spcBef>
              <a:spcAft>
                <a:spcPts val="0"/>
              </a:spcAft>
              <a:buClr>
                <a:schemeClr val="accent1"/>
              </a:buClr>
              <a:buSzPts val="4000"/>
              <a:buNone/>
              <a:defRPr sz="4000">
                <a:solidFill>
                  <a:schemeClr val="accent1"/>
                </a:solidFill>
              </a:defRPr>
            </a:lvl4pPr>
            <a:lvl5pPr lvl="4">
              <a:lnSpc>
                <a:spcPct val="50000"/>
              </a:lnSpc>
              <a:spcBef>
                <a:spcPts val="0"/>
              </a:spcBef>
              <a:spcAft>
                <a:spcPts val="0"/>
              </a:spcAft>
              <a:buClr>
                <a:schemeClr val="accent1"/>
              </a:buClr>
              <a:buSzPts val="4000"/>
              <a:buNone/>
              <a:defRPr sz="4000">
                <a:solidFill>
                  <a:schemeClr val="accent1"/>
                </a:solidFill>
              </a:defRPr>
            </a:lvl5pPr>
            <a:lvl6pPr lvl="5">
              <a:lnSpc>
                <a:spcPct val="50000"/>
              </a:lnSpc>
              <a:spcBef>
                <a:spcPts val="0"/>
              </a:spcBef>
              <a:spcAft>
                <a:spcPts val="0"/>
              </a:spcAft>
              <a:buClr>
                <a:schemeClr val="accent1"/>
              </a:buClr>
              <a:buSzPts val="4000"/>
              <a:buNone/>
              <a:defRPr sz="4000">
                <a:solidFill>
                  <a:schemeClr val="accent1"/>
                </a:solidFill>
              </a:defRPr>
            </a:lvl6pPr>
            <a:lvl7pPr lvl="6">
              <a:lnSpc>
                <a:spcPct val="50000"/>
              </a:lnSpc>
              <a:spcBef>
                <a:spcPts val="0"/>
              </a:spcBef>
              <a:spcAft>
                <a:spcPts val="0"/>
              </a:spcAft>
              <a:buClr>
                <a:schemeClr val="accent1"/>
              </a:buClr>
              <a:buSzPts val="4000"/>
              <a:buNone/>
              <a:defRPr sz="4000">
                <a:solidFill>
                  <a:schemeClr val="accent1"/>
                </a:solidFill>
              </a:defRPr>
            </a:lvl7pPr>
            <a:lvl8pPr lvl="7">
              <a:lnSpc>
                <a:spcPct val="50000"/>
              </a:lnSpc>
              <a:spcBef>
                <a:spcPts val="0"/>
              </a:spcBef>
              <a:spcAft>
                <a:spcPts val="0"/>
              </a:spcAft>
              <a:buClr>
                <a:schemeClr val="accent1"/>
              </a:buClr>
              <a:buSzPts val="4000"/>
              <a:buNone/>
              <a:defRPr sz="4000">
                <a:solidFill>
                  <a:schemeClr val="accent1"/>
                </a:solidFill>
              </a:defRPr>
            </a:lvl8pPr>
            <a:lvl9pPr lvl="8">
              <a:lnSpc>
                <a:spcPct val="50000"/>
              </a:lnSpc>
              <a:spcBef>
                <a:spcPts val="0"/>
              </a:spcBef>
              <a:spcAft>
                <a:spcPts val="0"/>
              </a:spcAft>
              <a:buClr>
                <a:schemeClr val="accent1"/>
              </a:buClr>
              <a:buSzPts val="4000"/>
              <a:buNone/>
              <a:defRPr sz="4000">
                <a:solidFill>
                  <a:schemeClr val="accent1"/>
                </a:solidFill>
              </a:defRPr>
            </a:lvl9pPr>
          </a:lstStyle>
          <a:p/>
        </p:txBody>
      </p:sp>
      <p:sp>
        <p:nvSpPr>
          <p:cNvPr id="90" name="Google Shape;90;p15"/>
          <p:cNvSpPr txBox="1"/>
          <p:nvPr>
            <p:ph idx="13" type="subTitle"/>
          </p:nvPr>
        </p:nvSpPr>
        <p:spPr>
          <a:xfrm>
            <a:off x="389200" y="4495167"/>
            <a:ext cx="54237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1800"/>
              <a:buNone/>
              <a:defRPr>
                <a:solidFill>
                  <a:schemeClr val="accent2"/>
                </a:solidFill>
              </a:defRPr>
            </a:lvl1pPr>
            <a:lvl2pPr lvl="1">
              <a:spcBef>
                <a:spcPts val="0"/>
              </a:spcBef>
              <a:spcAft>
                <a:spcPts val="0"/>
              </a:spcAft>
              <a:buClr>
                <a:schemeClr val="accent2"/>
              </a:buClr>
              <a:buSzPts val="1800"/>
              <a:buNone/>
              <a:defRPr>
                <a:solidFill>
                  <a:schemeClr val="accent2"/>
                </a:solidFill>
              </a:defRPr>
            </a:lvl2pPr>
            <a:lvl3pPr lvl="2">
              <a:spcBef>
                <a:spcPts val="0"/>
              </a:spcBef>
              <a:spcAft>
                <a:spcPts val="0"/>
              </a:spcAft>
              <a:buClr>
                <a:schemeClr val="accent2"/>
              </a:buClr>
              <a:buSzPts val="1800"/>
              <a:buNone/>
              <a:defRPr>
                <a:solidFill>
                  <a:schemeClr val="accent2"/>
                </a:solidFill>
              </a:defRPr>
            </a:lvl3pPr>
            <a:lvl4pPr lvl="3">
              <a:spcBef>
                <a:spcPts val="0"/>
              </a:spcBef>
              <a:spcAft>
                <a:spcPts val="0"/>
              </a:spcAft>
              <a:buClr>
                <a:schemeClr val="accent2"/>
              </a:buClr>
              <a:buSzPts val="1800"/>
              <a:buNone/>
              <a:defRPr>
                <a:solidFill>
                  <a:schemeClr val="accent2"/>
                </a:solidFill>
              </a:defRPr>
            </a:lvl4pPr>
            <a:lvl5pPr lvl="4">
              <a:spcBef>
                <a:spcPts val="0"/>
              </a:spcBef>
              <a:spcAft>
                <a:spcPts val="0"/>
              </a:spcAft>
              <a:buClr>
                <a:schemeClr val="accent2"/>
              </a:buClr>
              <a:buSzPts val="1800"/>
              <a:buNone/>
              <a:defRPr>
                <a:solidFill>
                  <a:schemeClr val="accent2"/>
                </a:solidFill>
              </a:defRPr>
            </a:lvl5pPr>
            <a:lvl6pPr lvl="5">
              <a:spcBef>
                <a:spcPts val="0"/>
              </a:spcBef>
              <a:spcAft>
                <a:spcPts val="0"/>
              </a:spcAft>
              <a:buClr>
                <a:schemeClr val="accent2"/>
              </a:buClr>
              <a:buSzPts val="1800"/>
              <a:buNone/>
              <a:defRPr>
                <a:solidFill>
                  <a:schemeClr val="accent2"/>
                </a:solidFill>
              </a:defRPr>
            </a:lvl6pPr>
            <a:lvl7pPr lvl="6">
              <a:spcBef>
                <a:spcPts val="0"/>
              </a:spcBef>
              <a:spcAft>
                <a:spcPts val="0"/>
              </a:spcAft>
              <a:buClr>
                <a:schemeClr val="accent2"/>
              </a:buClr>
              <a:buSzPts val="1800"/>
              <a:buNone/>
              <a:defRPr>
                <a:solidFill>
                  <a:schemeClr val="accent2"/>
                </a:solidFill>
              </a:defRPr>
            </a:lvl7pPr>
            <a:lvl8pPr lvl="7">
              <a:spcBef>
                <a:spcPts val="0"/>
              </a:spcBef>
              <a:spcAft>
                <a:spcPts val="0"/>
              </a:spcAft>
              <a:buClr>
                <a:schemeClr val="accent2"/>
              </a:buClr>
              <a:buSzPts val="1800"/>
              <a:buNone/>
              <a:defRPr>
                <a:solidFill>
                  <a:schemeClr val="accent2"/>
                </a:solidFill>
              </a:defRPr>
            </a:lvl8pPr>
            <a:lvl9pPr lvl="8">
              <a:spcBef>
                <a:spcPts val="0"/>
              </a:spcBef>
              <a:spcAft>
                <a:spcPts val="0"/>
              </a:spcAft>
              <a:buClr>
                <a:schemeClr val="accent2"/>
              </a:buClr>
              <a:buSzPts val="1800"/>
              <a:buNone/>
              <a:defRPr>
                <a:solidFill>
                  <a:schemeClr val="accent2"/>
                </a:solidFill>
              </a:defRPr>
            </a:lvl9pPr>
          </a:lstStyle>
          <a:p/>
        </p:txBody>
      </p:sp>
      <p:sp>
        <p:nvSpPr>
          <p:cNvPr id="91" name="Google Shape;91;p15"/>
          <p:cNvSpPr txBox="1"/>
          <p:nvPr>
            <p:ph idx="14" type="body"/>
          </p:nvPr>
        </p:nvSpPr>
        <p:spPr>
          <a:xfrm>
            <a:off x="389200" y="5116300"/>
            <a:ext cx="5525100" cy="99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Clr>
                <a:schemeClr val="lt1"/>
              </a:buClr>
              <a:buSzPts val="1900"/>
              <a:buChar char="●"/>
              <a:defRPr sz="1900">
                <a:solidFill>
                  <a:schemeClr val="lt1"/>
                </a:solidFill>
              </a:defRPr>
            </a:lvl1pPr>
            <a:lvl2pPr indent="-349250" lvl="1" marL="914400">
              <a:spcBef>
                <a:spcPts val="0"/>
              </a:spcBef>
              <a:spcAft>
                <a:spcPts val="0"/>
              </a:spcAft>
              <a:buClr>
                <a:schemeClr val="lt1"/>
              </a:buClr>
              <a:buSzPts val="1900"/>
              <a:buChar char="○"/>
              <a:defRPr sz="1900">
                <a:solidFill>
                  <a:schemeClr val="lt1"/>
                </a:solidFill>
              </a:defRPr>
            </a:lvl2pPr>
            <a:lvl3pPr indent="-349250" lvl="2" marL="1371600">
              <a:spcBef>
                <a:spcPts val="0"/>
              </a:spcBef>
              <a:spcAft>
                <a:spcPts val="0"/>
              </a:spcAft>
              <a:buClr>
                <a:schemeClr val="lt1"/>
              </a:buClr>
              <a:buSzPts val="1900"/>
              <a:buChar char="■"/>
              <a:defRPr sz="1900">
                <a:solidFill>
                  <a:schemeClr val="lt1"/>
                </a:solidFill>
              </a:defRPr>
            </a:lvl3pPr>
            <a:lvl4pPr indent="-349250" lvl="3" marL="1828800">
              <a:spcBef>
                <a:spcPts val="0"/>
              </a:spcBef>
              <a:spcAft>
                <a:spcPts val="0"/>
              </a:spcAft>
              <a:buClr>
                <a:schemeClr val="lt1"/>
              </a:buClr>
              <a:buSzPts val="1900"/>
              <a:buChar char="●"/>
              <a:defRPr sz="1900">
                <a:solidFill>
                  <a:schemeClr val="lt1"/>
                </a:solidFill>
              </a:defRPr>
            </a:lvl4pPr>
            <a:lvl5pPr indent="-349250" lvl="4" marL="2286000">
              <a:spcBef>
                <a:spcPts val="0"/>
              </a:spcBef>
              <a:spcAft>
                <a:spcPts val="0"/>
              </a:spcAft>
              <a:buClr>
                <a:schemeClr val="lt1"/>
              </a:buClr>
              <a:buSzPts val="1900"/>
              <a:buChar char="○"/>
              <a:defRPr sz="1900">
                <a:solidFill>
                  <a:schemeClr val="lt1"/>
                </a:solidFill>
              </a:defRPr>
            </a:lvl5pPr>
            <a:lvl6pPr indent="-349250" lvl="5" marL="2743200">
              <a:spcBef>
                <a:spcPts val="0"/>
              </a:spcBef>
              <a:spcAft>
                <a:spcPts val="0"/>
              </a:spcAft>
              <a:buClr>
                <a:schemeClr val="lt1"/>
              </a:buClr>
              <a:buSzPts val="1900"/>
              <a:buChar char="■"/>
              <a:defRPr sz="1900">
                <a:solidFill>
                  <a:schemeClr val="lt1"/>
                </a:solidFill>
              </a:defRPr>
            </a:lvl6pPr>
            <a:lvl7pPr indent="-349250" lvl="6" marL="3200400">
              <a:spcBef>
                <a:spcPts val="0"/>
              </a:spcBef>
              <a:spcAft>
                <a:spcPts val="0"/>
              </a:spcAft>
              <a:buClr>
                <a:schemeClr val="lt1"/>
              </a:buClr>
              <a:buSzPts val="1900"/>
              <a:buChar char="●"/>
              <a:defRPr sz="1900">
                <a:solidFill>
                  <a:schemeClr val="lt1"/>
                </a:solidFill>
              </a:defRPr>
            </a:lvl7pPr>
            <a:lvl8pPr indent="-349250" lvl="7" marL="3657600">
              <a:spcBef>
                <a:spcPts val="0"/>
              </a:spcBef>
              <a:spcAft>
                <a:spcPts val="0"/>
              </a:spcAft>
              <a:buClr>
                <a:schemeClr val="lt1"/>
              </a:buClr>
              <a:buSzPts val="1900"/>
              <a:buChar char="○"/>
              <a:defRPr sz="1900">
                <a:solidFill>
                  <a:schemeClr val="lt1"/>
                </a:solidFill>
              </a:defRPr>
            </a:lvl8pPr>
            <a:lvl9pPr indent="-349250" lvl="8" marL="4114800">
              <a:spcBef>
                <a:spcPts val="0"/>
              </a:spcBef>
              <a:spcAft>
                <a:spcPts val="0"/>
              </a:spcAft>
              <a:buClr>
                <a:schemeClr val="lt1"/>
              </a:buClr>
              <a:buSzPts val="1900"/>
              <a:buChar char="■"/>
              <a:defRPr sz="1900">
                <a:solidFill>
                  <a:schemeClr val="lt1"/>
                </a:solidFill>
              </a:defRPr>
            </a:lvl9pPr>
          </a:lstStyle>
          <a:p/>
        </p:txBody>
      </p:sp>
      <p:sp>
        <p:nvSpPr>
          <p:cNvPr id="92" name="Google Shape;92;p15"/>
          <p:cNvSpPr txBox="1"/>
          <p:nvPr>
            <p:ph idx="15" type="subTitle"/>
          </p:nvPr>
        </p:nvSpPr>
        <p:spPr>
          <a:xfrm>
            <a:off x="389200" y="3653733"/>
            <a:ext cx="3280800" cy="596100"/>
          </a:xfrm>
          <a:prstGeom prst="rect">
            <a:avLst/>
          </a:prstGeom>
        </p:spPr>
        <p:txBody>
          <a:bodyPr anchorCtr="0" anchor="t" bIns="121900" lIns="121900" spcFirstLastPara="1" rIns="121900" wrap="square" tIns="121900">
            <a:normAutofit/>
          </a:bodyPr>
          <a:lstStyle>
            <a:lvl1pPr lvl="0">
              <a:lnSpc>
                <a:spcPct val="50000"/>
              </a:lnSpc>
              <a:spcBef>
                <a:spcPts val="0"/>
              </a:spcBef>
              <a:spcAft>
                <a:spcPts val="0"/>
              </a:spcAft>
              <a:buClr>
                <a:schemeClr val="accent1"/>
              </a:buClr>
              <a:buSzPts val="4000"/>
              <a:buNone/>
              <a:defRPr sz="4000">
                <a:solidFill>
                  <a:schemeClr val="accent1"/>
                </a:solidFill>
              </a:defRPr>
            </a:lvl1pPr>
            <a:lvl2pPr lvl="1">
              <a:lnSpc>
                <a:spcPct val="50000"/>
              </a:lnSpc>
              <a:spcBef>
                <a:spcPts val="0"/>
              </a:spcBef>
              <a:spcAft>
                <a:spcPts val="0"/>
              </a:spcAft>
              <a:buClr>
                <a:schemeClr val="accent1"/>
              </a:buClr>
              <a:buSzPts val="4000"/>
              <a:buNone/>
              <a:defRPr sz="4000">
                <a:solidFill>
                  <a:schemeClr val="accent1"/>
                </a:solidFill>
              </a:defRPr>
            </a:lvl2pPr>
            <a:lvl3pPr lvl="2">
              <a:lnSpc>
                <a:spcPct val="50000"/>
              </a:lnSpc>
              <a:spcBef>
                <a:spcPts val="0"/>
              </a:spcBef>
              <a:spcAft>
                <a:spcPts val="0"/>
              </a:spcAft>
              <a:buClr>
                <a:schemeClr val="accent1"/>
              </a:buClr>
              <a:buSzPts val="4000"/>
              <a:buNone/>
              <a:defRPr sz="4000">
                <a:solidFill>
                  <a:schemeClr val="accent1"/>
                </a:solidFill>
              </a:defRPr>
            </a:lvl3pPr>
            <a:lvl4pPr lvl="3">
              <a:lnSpc>
                <a:spcPct val="50000"/>
              </a:lnSpc>
              <a:spcBef>
                <a:spcPts val="0"/>
              </a:spcBef>
              <a:spcAft>
                <a:spcPts val="0"/>
              </a:spcAft>
              <a:buClr>
                <a:schemeClr val="accent1"/>
              </a:buClr>
              <a:buSzPts val="4000"/>
              <a:buNone/>
              <a:defRPr sz="4000">
                <a:solidFill>
                  <a:schemeClr val="accent1"/>
                </a:solidFill>
              </a:defRPr>
            </a:lvl4pPr>
            <a:lvl5pPr lvl="4">
              <a:lnSpc>
                <a:spcPct val="50000"/>
              </a:lnSpc>
              <a:spcBef>
                <a:spcPts val="0"/>
              </a:spcBef>
              <a:spcAft>
                <a:spcPts val="0"/>
              </a:spcAft>
              <a:buClr>
                <a:schemeClr val="accent1"/>
              </a:buClr>
              <a:buSzPts val="4000"/>
              <a:buNone/>
              <a:defRPr sz="4000">
                <a:solidFill>
                  <a:schemeClr val="accent1"/>
                </a:solidFill>
              </a:defRPr>
            </a:lvl5pPr>
            <a:lvl6pPr lvl="5">
              <a:lnSpc>
                <a:spcPct val="50000"/>
              </a:lnSpc>
              <a:spcBef>
                <a:spcPts val="0"/>
              </a:spcBef>
              <a:spcAft>
                <a:spcPts val="0"/>
              </a:spcAft>
              <a:buClr>
                <a:schemeClr val="accent1"/>
              </a:buClr>
              <a:buSzPts val="4000"/>
              <a:buNone/>
              <a:defRPr sz="4000">
                <a:solidFill>
                  <a:schemeClr val="accent1"/>
                </a:solidFill>
              </a:defRPr>
            </a:lvl6pPr>
            <a:lvl7pPr lvl="6">
              <a:lnSpc>
                <a:spcPct val="50000"/>
              </a:lnSpc>
              <a:spcBef>
                <a:spcPts val="0"/>
              </a:spcBef>
              <a:spcAft>
                <a:spcPts val="0"/>
              </a:spcAft>
              <a:buClr>
                <a:schemeClr val="accent1"/>
              </a:buClr>
              <a:buSzPts val="4000"/>
              <a:buNone/>
              <a:defRPr sz="4000">
                <a:solidFill>
                  <a:schemeClr val="accent1"/>
                </a:solidFill>
              </a:defRPr>
            </a:lvl7pPr>
            <a:lvl8pPr lvl="7">
              <a:lnSpc>
                <a:spcPct val="50000"/>
              </a:lnSpc>
              <a:spcBef>
                <a:spcPts val="0"/>
              </a:spcBef>
              <a:spcAft>
                <a:spcPts val="0"/>
              </a:spcAft>
              <a:buClr>
                <a:schemeClr val="accent1"/>
              </a:buClr>
              <a:buSzPts val="4000"/>
              <a:buNone/>
              <a:defRPr sz="4000">
                <a:solidFill>
                  <a:schemeClr val="accent1"/>
                </a:solidFill>
              </a:defRPr>
            </a:lvl8pPr>
            <a:lvl9pPr lvl="8">
              <a:lnSpc>
                <a:spcPct val="50000"/>
              </a:lnSpc>
              <a:spcBef>
                <a:spcPts val="0"/>
              </a:spcBef>
              <a:spcAft>
                <a:spcPts val="0"/>
              </a:spcAft>
              <a:buClr>
                <a:schemeClr val="accent1"/>
              </a:buClr>
              <a:buSzPts val="4000"/>
              <a:buNone/>
              <a:defRPr sz="4000">
                <a:solidFill>
                  <a:schemeClr val="accent1"/>
                </a:solidFill>
              </a:defRPr>
            </a:lvl9pPr>
          </a:lstStyle>
          <a:p/>
        </p:txBody>
      </p:sp>
      <p:sp>
        <p:nvSpPr>
          <p:cNvPr id="93" name="Google Shape;93;p15"/>
          <p:cNvSpPr/>
          <p:nvPr/>
        </p:nvSpPr>
        <p:spPr>
          <a:xfrm>
            <a:off x="6180200" y="3473267"/>
            <a:ext cx="5714700" cy="2727600"/>
          </a:xfrm>
          <a:prstGeom prst="roundRect">
            <a:avLst>
              <a:gd fmla="val 9454"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94" name="Google Shape;94;p15"/>
          <p:cNvSpPr txBox="1"/>
          <p:nvPr>
            <p:ph idx="16" type="subTitle"/>
          </p:nvPr>
        </p:nvSpPr>
        <p:spPr>
          <a:xfrm>
            <a:off x="6264600" y="4495167"/>
            <a:ext cx="54237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1800"/>
              <a:buNone/>
              <a:defRPr>
                <a:solidFill>
                  <a:schemeClr val="accent2"/>
                </a:solidFill>
              </a:defRPr>
            </a:lvl1pPr>
            <a:lvl2pPr lvl="1">
              <a:spcBef>
                <a:spcPts val="0"/>
              </a:spcBef>
              <a:spcAft>
                <a:spcPts val="0"/>
              </a:spcAft>
              <a:buClr>
                <a:schemeClr val="accent2"/>
              </a:buClr>
              <a:buSzPts val="1800"/>
              <a:buNone/>
              <a:defRPr>
                <a:solidFill>
                  <a:schemeClr val="accent2"/>
                </a:solidFill>
              </a:defRPr>
            </a:lvl2pPr>
            <a:lvl3pPr lvl="2">
              <a:spcBef>
                <a:spcPts val="0"/>
              </a:spcBef>
              <a:spcAft>
                <a:spcPts val="0"/>
              </a:spcAft>
              <a:buClr>
                <a:schemeClr val="accent2"/>
              </a:buClr>
              <a:buSzPts val="1800"/>
              <a:buNone/>
              <a:defRPr>
                <a:solidFill>
                  <a:schemeClr val="accent2"/>
                </a:solidFill>
              </a:defRPr>
            </a:lvl3pPr>
            <a:lvl4pPr lvl="3">
              <a:spcBef>
                <a:spcPts val="0"/>
              </a:spcBef>
              <a:spcAft>
                <a:spcPts val="0"/>
              </a:spcAft>
              <a:buClr>
                <a:schemeClr val="accent2"/>
              </a:buClr>
              <a:buSzPts val="1800"/>
              <a:buNone/>
              <a:defRPr>
                <a:solidFill>
                  <a:schemeClr val="accent2"/>
                </a:solidFill>
              </a:defRPr>
            </a:lvl4pPr>
            <a:lvl5pPr lvl="4">
              <a:spcBef>
                <a:spcPts val="0"/>
              </a:spcBef>
              <a:spcAft>
                <a:spcPts val="0"/>
              </a:spcAft>
              <a:buClr>
                <a:schemeClr val="accent2"/>
              </a:buClr>
              <a:buSzPts val="1800"/>
              <a:buNone/>
              <a:defRPr>
                <a:solidFill>
                  <a:schemeClr val="accent2"/>
                </a:solidFill>
              </a:defRPr>
            </a:lvl5pPr>
            <a:lvl6pPr lvl="5">
              <a:spcBef>
                <a:spcPts val="0"/>
              </a:spcBef>
              <a:spcAft>
                <a:spcPts val="0"/>
              </a:spcAft>
              <a:buClr>
                <a:schemeClr val="accent2"/>
              </a:buClr>
              <a:buSzPts val="1800"/>
              <a:buNone/>
              <a:defRPr>
                <a:solidFill>
                  <a:schemeClr val="accent2"/>
                </a:solidFill>
              </a:defRPr>
            </a:lvl6pPr>
            <a:lvl7pPr lvl="6">
              <a:spcBef>
                <a:spcPts val="0"/>
              </a:spcBef>
              <a:spcAft>
                <a:spcPts val="0"/>
              </a:spcAft>
              <a:buClr>
                <a:schemeClr val="accent2"/>
              </a:buClr>
              <a:buSzPts val="1800"/>
              <a:buNone/>
              <a:defRPr>
                <a:solidFill>
                  <a:schemeClr val="accent2"/>
                </a:solidFill>
              </a:defRPr>
            </a:lvl7pPr>
            <a:lvl8pPr lvl="7">
              <a:spcBef>
                <a:spcPts val="0"/>
              </a:spcBef>
              <a:spcAft>
                <a:spcPts val="0"/>
              </a:spcAft>
              <a:buClr>
                <a:schemeClr val="accent2"/>
              </a:buClr>
              <a:buSzPts val="1800"/>
              <a:buNone/>
              <a:defRPr>
                <a:solidFill>
                  <a:schemeClr val="accent2"/>
                </a:solidFill>
              </a:defRPr>
            </a:lvl8pPr>
            <a:lvl9pPr lvl="8">
              <a:spcBef>
                <a:spcPts val="0"/>
              </a:spcBef>
              <a:spcAft>
                <a:spcPts val="0"/>
              </a:spcAft>
              <a:buClr>
                <a:schemeClr val="accent2"/>
              </a:buClr>
              <a:buSzPts val="1800"/>
              <a:buNone/>
              <a:defRPr>
                <a:solidFill>
                  <a:schemeClr val="accent2"/>
                </a:solidFill>
              </a:defRPr>
            </a:lvl9pPr>
          </a:lstStyle>
          <a:p/>
        </p:txBody>
      </p:sp>
      <p:sp>
        <p:nvSpPr>
          <p:cNvPr id="95" name="Google Shape;95;p15"/>
          <p:cNvSpPr txBox="1"/>
          <p:nvPr>
            <p:ph idx="17" type="body"/>
          </p:nvPr>
        </p:nvSpPr>
        <p:spPr>
          <a:xfrm>
            <a:off x="6264600" y="5116300"/>
            <a:ext cx="5525100" cy="99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Clr>
                <a:schemeClr val="lt1"/>
              </a:buClr>
              <a:buSzPts val="1900"/>
              <a:buChar char="●"/>
              <a:defRPr sz="1900">
                <a:solidFill>
                  <a:schemeClr val="lt1"/>
                </a:solidFill>
              </a:defRPr>
            </a:lvl1pPr>
            <a:lvl2pPr indent="-349250" lvl="1" marL="914400">
              <a:spcBef>
                <a:spcPts val="0"/>
              </a:spcBef>
              <a:spcAft>
                <a:spcPts val="0"/>
              </a:spcAft>
              <a:buClr>
                <a:schemeClr val="lt1"/>
              </a:buClr>
              <a:buSzPts val="1900"/>
              <a:buChar char="○"/>
              <a:defRPr sz="1900">
                <a:solidFill>
                  <a:schemeClr val="lt1"/>
                </a:solidFill>
              </a:defRPr>
            </a:lvl2pPr>
            <a:lvl3pPr indent="-349250" lvl="2" marL="1371600">
              <a:spcBef>
                <a:spcPts val="0"/>
              </a:spcBef>
              <a:spcAft>
                <a:spcPts val="0"/>
              </a:spcAft>
              <a:buClr>
                <a:schemeClr val="lt1"/>
              </a:buClr>
              <a:buSzPts val="1900"/>
              <a:buChar char="■"/>
              <a:defRPr sz="1900">
                <a:solidFill>
                  <a:schemeClr val="lt1"/>
                </a:solidFill>
              </a:defRPr>
            </a:lvl3pPr>
            <a:lvl4pPr indent="-349250" lvl="3" marL="1828800">
              <a:spcBef>
                <a:spcPts val="0"/>
              </a:spcBef>
              <a:spcAft>
                <a:spcPts val="0"/>
              </a:spcAft>
              <a:buClr>
                <a:schemeClr val="lt1"/>
              </a:buClr>
              <a:buSzPts val="1900"/>
              <a:buChar char="●"/>
              <a:defRPr sz="1900">
                <a:solidFill>
                  <a:schemeClr val="lt1"/>
                </a:solidFill>
              </a:defRPr>
            </a:lvl4pPr>
            <a:lvl5pPr indent="-349250" lvl="4" marL="2286000">
              <a:spcBef>
                <a:spcPts val="0"/>
              </a:spcBef>
              <a:spcAft>
                <a:spcPts val="0"/>
              </a:spcAft>
              <a:buClr>
                <a:schemeClr val="lt1"/>
              </a:buClr>
              <a:buSzPts val="1900"/>
              <a:buChar char="○"/>
              <a:defRPr sz="1900">
                <a:solidFill>
                  <a:schemeClr val="lt1"/>
                </a:solidFill>
              </a:defRPr>
            </a:lvl5pPr>
            <a:lvl6pPr indent="-349250" lvl="5" marL="2743200">
              <a:spcBef>
                <a:spcPts val="0"/>
              </a:spcBef>
              <a:spcAft>
                <a:spcPts val="0"/>
              </a:spcAft>
              <a:buClr>
                <a:schemeClr val="lt1"/>
              </a:buClr>
              <a:buSzPts val="1900"/>
              <a:buChar char="■"/>
              <a:defRPr sz="1900">
                <a:solidFill>
                  <a:schemeClr val="lt1"/>
                </a:solidFill>
              </a:defRPr>
            </a:lvl6pPr>
            <a:lvl7pPr indent="-349250" lvl="6" marL="3200400">
              <a:spcBef>
                <a:spcPts val="0"/>
              </a:spcBef>
              <a:spcAft>
                <a:spcPts val="0"/>
              </a:spcAft>
              <a:buClr>
                <a:schemeClr val="lt1"/>
              </a:buClr>
              <a:buSzPts val="1900"/>
              <a:buChar char="●"/>
              <a:defRPr sz="1900">
                <a:solidFill>
                  <a:schemeClr val="lt1"/>
                </a:solidFill>
              </a:defRPr>
            </a:lvl7pPr>
            <a:lvl8pPr indent="-349250" lvl="7" marL="3657600">
              <a:spcBef>
                <a:spcPts val="0"/>
              </a:spcBef>
              <a:spcAft>
                <a:spcPts val="0"/>
              </a:spcAft>
              <a:buClr>
                <a:schemeClr val="lt1"/>
              </a:buClr>
              <a:buSzPts val="1900"/>
              <a:buChar char="○"/>
              <a:defRPr sz="1900">
                <a:solidFill>
                  <a:schemeClr val="lt1"/>
                </a:solidFill>
              </a:defRPr>
            </a:lvl8pPr>
            <a:lvl9pPr indent="-349250" lvl="8" marL="4114800">
              <a:spcBef>
                <a:spcPts val="0"/>
              </a:spcBef>
              <a:spcAft>
                <a:spcPts val="0"/>
              </a:spcAft>
              <a:buClr>
                <a:schemeClr val="lt1"/>
              </a:buClr>
              <a:buSzPts val="1900"/>
              <a:buChar char="■"/>
              <a:defRPr sz="1900">
                <a:solidFill>
                  <a:schemeClr val="lt1"/>
                </a:solidFill>
              </a:defRPr>
            </a:lvl9pPr>
          </a:lstStyle>
          <a:p/>
        </p:txBody>
      </p:sp>
      <p:sp>
        <p:nvSpPr>
          <p:cNvPr id="96" name="Google Shape;96;p15"/>
          <p:cNvSpPr txBox="1"/>
          <p:nvPr>
            <p:ph idx="18" type="subTitle"/>
          </p:nvPr>
        </p:nvSpPr>
        <p:spPr>
          <a:xfrm>
            <a:off x="6264600" y="3653733"/>
            <a:ext cx="3280800" cy="596100"/>
          </a:xfrm>
          <a:prstGeom prst="rect">
            <a:avLst/>
          </a:prstGeom>
        </p:spPr>
        <p:txBody>
          <a:bodyPr anchorCtr="0" anchor="t" bIns="121900" lIns="121900" spcFirstLastPara="1" rIns="121900" wrap="square" tIns="121900">
            <a:normAutofit/>
          </a:bodyPr>
          <a:lstStyle>
            <a:lvl1pPr lvl="0">
              <a:lnSpc>
                <a:spcPct val="50000"/>
              </a:lnSpc>
              <a:spcBef>
                <a:spcPts val="0"/>
              </a:spcBef>
              <a:spcAft>
                <a:spcPts val="0"/>
              </a:spcAft>
              <a:buClr>
                <a:schemeClr val="accent1"/>
              </a:buClr>
              <a:buSzPts val="4000"/>
              <a:buNone/>
              <a:defRPr sz="4000">
                <a:solidFill>
                  <a:schemeClr val="accent1"/>
                </a:solidFill>
              </a:defRPr>
            </a:lvl1pPr>
            <a:lvl2pPr lvl="1">
              <a:lnSpc>
                <a:spcPct val="50000"/>
              </a:lnSpc>
              <a:spcBef>
                <a:spcPts val="0"/>
              </a:spcBef>
              <a:spcAft>
                <a:spcPts val="0"/>
              </a:spcAft>
              <a:buClr>
                <a:schemeClr val="accent1"/>
              </a:buClr>
              <a:buSzPts val="4000"/>
              <a:buNone/>
              <a:defRPr sz="4000">
                <a:solidFill>
                  <a:schemeClr val="accent1"/>
                </a:solidFill>
              </a:defRPr>
            </a:lvl2pPr>
            <a:lvl3pPr lvl="2">
              <a:lnSpc>
                <a:spcPct val="50000"/>
              </a:lnSpc>
              <a:spcBef>
                <a:spcPts val="0"/>
              </a:spcBef>
              <a:spcAft>
                <a:spcPts val="0"/>
              </a:spcAft>
              <a:buClr>
                <a:schemeClr val="accent1"/>
              </a:buClr>
              <a:buSzPts val="4000"/>
              <a:buNone/>
              <a:defRPr sz="4000">
                <a:solidFill>
                  <a:schemeClr val="accent1"/>
                </a:solidFill>
              </a:defRPr>
            </a:lvl3pPr>
            <a:lvl4pPr lvl="3">
              <a:lnSpc>
                <a:spcPct val="50000"/>
              </a:lnSpc>
              <a:spcBef>
                <a:spcPts val="0"/>
              </a:spcBef>
              <a:spcAft>
                <a:spcPts val="0"/>
              </a:spcAft>
              <a:buClr>
                <a:schemeClr val="accent1"/>
              </a:buClr>
              <a:buSzPts val="4000"/>
              <a:buNone/>
              <a:defRPr sz="4000">
                <a:solidFill>
                  <a:schemeClr val="accent1"/>
                </a:solidFill>
              </a:defRPr>
            </a:lvl4pPr>
            <a:lvl5pPr lvl="4">
              <a:lnSpc>
                <a:spcPct val="50000"/>
              </a:lnSpc>
              <a:spcBef>
                <a:spcPts val="0"/>
              </a:spcBef>
              <a:spcAft>
                <a:spcPts val="0"/>
              </a:spcAft>
              <a:buClr>
                <a:schemeClr val="accent1"/>
              </a:buClr>
              <a:buSzPts val="4000"/>
              <a:buNone/>
              <a:defRPr sz="4000">
                <a:solidFill>
                  <a:schemeClr val="accent1"/>
                </a:solidFill>
              </a:defRPr>
            </a:lvl5pPr>
            <a:lvl6pPr lvl="5">
              <a:lnSpc>
                <a:spcPct val="50000"/>
              </a:lnSpc>
              <a:spcBef>
                <a:spcPts val="0"/>
              </a:spcBef>
              <a:spcAft>
                <a:spcPts val="0"/>
              </a:spcAft>
              <a:buClr>
                <a:schemeClr val="accent1"/>
              </a:buClr>
              <a:buSzPts val="4000"/>
              <a:buNone/>
              <a:defRPr sz="4000">
                <a:solidFill>
                  <a:schemeClr val="accent1"/>
                </a:solidFill>
              </a:defRPr>
            </a:lvl6pPr>
            <a:lvl7pPr lvl="6">
              <a:lnSpc>
                <a:spcPct val="50000"/>
              </a:lnSpc>
              <a:spcBef>
                <a:spcPts val="0"/>
              </a:spcBef>
              <a:spcAft>
                <a:spcPts val="0"/>
              </a:spcAft>
              <a:buClr>
                <a:schemeClr val="accent1"/>
              </a:buClr>
              <a:buSzPts val="4000"/>
              <a:buNone/>
              <a:defRPr sz="4000">
                <a:solidFill>
                  <a:schemeClr val="accent1"/>
                </a:solidFill>
              </a:defRPr>
            </a:lvl7pPr>
            <a:lvl8pPr lvl="7">
              <a:lnSpc>
                <a:spcPct val="50000"/>
              </a:lnSpc>
              <a:spcBef>
                <a:spcPts val="0"/>
              </a:spcBef>
              <a:spcAft>
                <a:spcPts val="0"/>
              </a:spcAft>
              <a:buClr>
                <a:schemeClr val="accent1"/>
              </a:buClr>
              <a:buSzPts val="4000"/>
              <a:buNone/>
              <a:defRPr sz="4000">
                <a:solidFill>
                  <a:schemeClr val="accent1"/>
                </a:solidFill>
              </a:defRPr>
            </a:lvl8pPr>
            <a:lvl9pPr lvl="8">
              <a:lnSpc>
                <a:spcPct val="50000"/>
              </a:lnSpc>
              <a:spcBef>
                <a:spcPts val="0"/>
              </a:spcBef>
              <a:spcAft>
                <a:spcPts val="0"/>
              </a:spcAft>
              <a:buClr>
                <a:schemeClr val="accent1"/>
              </a:buClr>
              <a:buSzPts val="4000"/>
              <a:buNone/>
              <a:defRPr sz="4000">
                <a:solidFill>
                  <a:schemeClr val="accen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TITLE_ONLY_1">
    <p:bg>
      <p:bgPr>
        <a:solidFill>
          <a:schemeClr val="dk1"/>
        </a:solidFill>
      </p:bgPr>
    </p:bg>
    <p:spTree>
      <p:nvGrpSpPr>
        <p:cNvPr id="97" name="Shape 97"/>
        <p:cNvGrpSpPr/>
        <p:nvPr/>
      </p:nvGrpSpPr>
      <p:grpSpPr>
        <a:xfrm>
          <a:off x="0" y="0"/>
          <a:ext cx="0" cy="0"/>
          <a:chOff x="0" y="0"/>
          <a:chExt cx="0" cy="0"/>
        </a:xfrm>
      </p:grpSpPr>
      <p:sp>
        <p:nvSpPr>
          <p:cNvPr id="98" name="Google Shape;98;p16"/>
          <p:cNvSpPr/>
          <p:nvPr/>
        </p:nvSpPr>
        <p:spPr>
          <a:xfrm>
            <a:off x="304800" y="298167"/>
            <a:ext cx="6433500" cy="5917200"/>
          </a:xfrm>
          <a:prstGeom prst="roundRect">
            <a:avLst>
              <a:gd fmla="val 9454"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99" name="Google Shape;99;p16"/>
          <p:cNvSpPr/>
          <p:nvPr/>
        </p:nvSpPr>
        <p:spPr>
          <a:xfrm>
            <a:off x="6917767" y="298167"/>
            <a:ext cx="4969500" cy="5917200"/>
          </a:xfrm>
          <a:prstGeom prst="roundRect">
            <a:avLst>
              <a:gd fmla="val 9454"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0" name="Google Shape;100;p16"/>
          <p:cNvSpPr txBox="1"/>
          <p:nvPr>
            <p:ph type="title"/>
          </p:nvPr>
        </p:nvSpPr>
        <p:spPr>
          <a:xfrm>
            <a:off x="635212" y="4726626"/>
            <a:ext cx="3518100" cy="1068300"/>
          </a:xfrm>
          <a:prstGeom prst="rect">
            <a:avLst/>
          </a:prstGeom>
        </p:spPr>
        <p:txBody>
          <a:bodyPr anchorCtr="0" anchor="t" bIns="121900" lIns="121900" spcFirstLastPara="1" rIns="121900" wrap="square" tIns="121900">
            <a:normAutofit/>
          </a:bodyPr>
          <a:lstStyle>
            <a:lvl1pPr lvl="0">
              <a:spcBef>
                <a:spcPts val="0"/>
              </a:spcBef>
              <a:spcAft>
                <a:spcPts val="0"/>
              </a:spcAft>
              <a:buClr>
                <a:srgbClr val="229FA1"/>
              </a:buClr>
              <a:buSzPts val="4000"/>
              <a:buNone/>
              <a:defRPr sz="4000">
                <a:solidFill>
                  <a:srgbClr val="229FA1"/>
                </a:solidFill>
              </a:defRPr>
            </a:lvl1pPr>
            <a:lvl2pPr lvl="1">
              <a:spcBef>
                <a:spcPts val="0"/>
              </a:spcBef>
              <a:spcAft>
                <a:spcPts val="0"/>
              </a:spcAft>
              <a:buClr>
                <a:srgbClr val="229FA1"/>
              </a:buClr>
              <a:buSzPts val="4000"/>
              <a:buNone/>
              <a:defRPr sz="4000">
                <a:solidFill>
                  <a:srgbClr val="229FA1"/>
                </a:solidFill>
              </a:defRPr>
            </a:lvl2pPr>
            <a:lvl3pPr lvl="2">
              <a:spcBef>
                <a:spcPts val="0"/>
              </a:spcBef>
              <a:spcAft>
                <a:spcPts val="0"/>
              </a:spcAft>
              <a:buClr>
                <a:srgbClr val="229FA1"/>
              </a:buClr>
              <a:buSzPts val="4000"/>
              <a:buNone/>
              <a:defRPr sz="4000">
                <a:solidFill>
                  <a:srgbClr val="229FA1"/>
                </a:solidFill>
              </a:defRPr>
            </a:lvl3pPr>
            <a:lvl4pPr lvl="3">
              <a:spcBef>
                <a:spcPts val="0"/>
              </a:spcBef>
              <a:spcAft>
                <a:spcPts val="0"/>
              </a:spcAft>
              <a:buClr>
                <a:srgbClr val="229FA1"/>
              </a:buClr>
              <a:buSzPts val="4000"/>
              <a:buNone/>
              <a:defRPr sz="4000">
                <a:solidFill>
                  <a:srgbClr val="229FA1"/>
                </a:solidFill>
              </a:defRPr>
            </a:lvl4pPr>
            <a:lvl5pPr lvl="4">
              <a:spcBef>
                <a:spcPts val="0"/>
              </a:spcBef>
              <a:spcAft>
                <a:spcPts val="0"/>
              </a:spcAft>
              <a:buClr>
                <a:srgbClr val="229FA1"/>
              </a:buClr>
              <a:buSzPts val="4000"/>
              <a:buNone/>
              <a:defRPr sz="4000">
                <a:solidFill>
                  <a:srgbClr val="229FA1"/>
                </a:solidFill>
              </a:defRPr>
            </a:lvl5pPr>
            <a:lvl6pPr lvl="5">
              <a:spcBef>
                <a:spcPts val="0"/>
              </a:spcBef>
              <a:spcAft>
                <a:spcPts val="0"/>
              </a:spcAft>
              <a:buClr>
                <a:srgbClr val="229FA1"/>
              </a:buClr>
              <a:buSzPts val="4000"/>
              <a:buNone/>
              <a:defRPr sz="4000">
                <a:solidFill>
                  <a:srgbClr val="229FA1"/>
                </a:solidFill>
              </a:defRPr>
            </a:lvl6pPr>
            <a:lvl7pPr lvl="6">
              <a:spcBef>
                <a:spcPts val="0"/>
              </a:spcBef>
              <a:spcAft>
                <a:spcPts val="0"/>
              </a:spcAft>
              <a:buClr>
                <a:srgbClr val="229FA1"/>
              </a:buClr>
              <a:buSzPts val="4000"/>
              <a:buNone/>
              <a:defRPr sz="4000">
                <a:solidFill>
                  <a:srgbClr val="229FA1"/>
                </a:solidFill>
              </a:defRPr>
            </a:lvl7pPr>
            <a:lvl8pPr lvl="7">
              <a:spcBef>
                <a:spcPts val="0"/>
              </a:spcBef>
              <a:spcAft>
                <a:spcPts val="0"/>
              </a:spcAft>
              <a:buClr>
                <a:srgbClr val="229FA1"/>
              </a:buClr>
              <a:buSzPts val="4000"/>
              <a:buNone/>
              <a:defRPr sz="4000">
                <a:solidFill>
                  <a:srgbClr val="229FA1"/>
                </a:solidFill>
              </a:defRPr>
            </a:lvl8pPr>
            <a:lvl9pPr lvl="8">
              <a:spcBef>
                <a:spcPts val="0"/>
              </a:spcBef>
              <a:spcAft>
                <a:spcPts val="0"/>
              </a:spcAft>
              <a:buClr>
                <a:srgbClr val="229FA1"/>
              </a:buClr>
              <a:buSzPts val="4000"/>
              <a:buNone/>
              <a:defRPr sz="4000">
                <a:solidFill>
                  <a:srgbClr val="229FA1"/>
                </a:solidFill>
              </a:defRPr>
            </a:lvl9pPr>
          </a:lstStyle>
          <a:p/>
        </p:txBody>
      </p:sp>
      <p:sp>
        <p:nvSpPr>
          <p:cNvPr id="101" name="Google Shape;101;p16"/>
          <p:cNvSpPr txBox="1"/>
          <p:nvPr>
            <p:ph idx="2" type="title"/>
          </p:nvPr>
        </p:nvSpPr>
        <p:spPr>
          <a:xfrm>
            <a:off x="7176500" y="4726626"/>
            <a:ext cx="2813700" cy="887100"/>
          </a:xfrm>
          <a:prstGeom prst="rect">
            <a:avLst/>
          </a:prstGeom>
        </p:spPr>
        <p:txBody>
          <a:bodyPr anchorCtr="0" anchor="t" bIns="121900" lIns="121900" spcFirstLastPara="1" rIns="121900" wrap="square" tIns="121900">
            <a:normAutofit/>
          </a:bodyPr>
          <a:lstStyle>
            <a:lvl1pPr lvl="0">
              <a:spcBef>
                <a:spcPts val="0"/>
              </a:spcBef>
              <a:spcAft>
                <a:spcPts val="0"/>
              </a:spcAft>
              <a:buClr>
                <a:srgbClr val="229FA1"/>
              </a:buClr>
              <a:buSzPts val="4000"/>
              <a:buNone/>
              <a:defRPr sz="4000">
                <a:solidFill>
                  <a:srgbClr val="229FA1"/>
                </a:solidFill>
              </a:defRPr>
            </a:lvl1pPr>
            <a:lvl2pPr lvl="1">
              <a:spcBef>
                <a:spcPts val="0"/>
              </a:spcBef>
              <a:spcAft>
                <a:spcPts val="0"/>
              </a:spcAft>
              <a:buClr>
                <a:srgbClr val="229FA1"/>
              </a:buClr>
              <a:buSzPts val="4000"/>
              <a:buNone/>
              <a:defRPr sz="4000">
                <a:solidFill>
                  <a:srgbClr val="229FA1"/>
                </a:solidFill>
              </a:defRPr>
            </a:lvl2pPr>
            <a:lvl3pPr lvl="2">
              <a:spcBef>
                <a:spcPts val="0"/>
              </a:spcBef>
              <a:spcAft>
                <a:spcPts val="0"/>
              </a:spcAft>
              <a:buClr>
                <a:srgbClr val="229FA1"/>
              </a:buClr>
              <a:buSzPts val="4000"/>
              <a:buNone/>
              <a:defRPr sz="4000">
                <a:solidFill>
                  <a:srgbClr val="229FA1"/>
                </a:solidFill>
              </a:defRPr>
            </a:lvl3pPr>
            <a:lvl4pPr lvl="3">
              <a:spcBef>
                <a:spcPts val="0"/>
              </a:spcBef>
              <a:spcAft>
                <a:spcPts val="0"/>
              </a:spcAft>
              <a:buClr>
                <a:srgbClr val="229FA1"/>
              </a:buClr>
              <a:buSzPts val="4000"/>
              <a:buNone/>
              <a:defRPr sz="4000">
                <a:solidFill>
                  <a:srgbClr val="229FA1"/>
                </a:solidFill>
              </a:defRPr>
            </a:lvl4pPr>
            <a:lvl5pPr lvl="4">
              <a:spcBef>
                <a:spcPts val="0"/>
              </a:spcBef>
              <a:spcAft>
                <a:spcPts val="0"/>
              </a:spcAft>
              <a:buClr>
                <a:srgbClr val="229FA1"/>
              </a:buClr>
              <a:buSzPts val="4000"/>
              <a:buNone/>
              <a:defRPr sz="4000">
                <a:solidFill>
                  <a:srgbClr val="229FA1"/>
                </a:solidFill>
              </a:defRPr>
            </a:lvl5pPr>
            <a:lvl6pPr lvl="5">
              <a:spcBef>
                <a:spcPts val="0"/>
              </a:spcBef>
              <a:spcAft>
                <a:spcPts val="0"/>
              </a:spcAft>
              <a:buClr>
                <a:srgbClr val="229FA1"/>
              </a:buClr>
              <a:buSzPts val="4000"/>
              <a:buNone/>
              <a:defRPr sz="4000">
                <a:solidFill>
                  <a:srgbClr val="229FA1"/>
                </a:solidFill>
              </a:defRPr>
            </a:lvl6pPr>
            <a:lvl7pPr lvl="6">
              <a:spcBef>
                <a:spcPts val="0"/>
              </a:spcBef>
              <a:spcAft>
                <a:spcPts val="0"/>
              </a:spcAft>
              <a:buClr>
                <a:srgbClr val="229FA1"/>
              </a:buClr>
              <a:buSzPts val="4000"/>
              <a:buNone/>
              <a:defRPr sz="4000">
                <a:solidFill>
                  <a:srgbClr val="229FA1"/>
                </a:solidFill>
              </a:defRPr>
            </a:lvl7pPr>
            <a:lvl8pPr lvl="7">
              <a:spcBef>
                <a:spcPts val="0"/>
              </a:spcBef>
              <a:spcAft>
                <a:spcPts val="0"/>
              </a:spcAft>
              <a:buClr>
                <a:srgbClr val="229FA1"/>
              </a:buClr>
              <a:buSzPts val="4000"/>
              <a:buNone/>
              <a:defRPr sz="4000">
                <a:solidFill>
                  <a:srgbClr val="229FA1"/>
                </a:solidFill>
              </a:defRPr>
            </a:lvl8pPr>
            <a:lvl9pPr lvl="8">
              <a:spcBef>
                <a:spcPts val="0"/>
              </a:spcBef>
              <a:spcAft>
                <a:spcPts val="0"/>
              </a:spcAft>
              <a:buClr>
                <a:srgbClr val="229FA1"/>
              </a:buClr>
              <a:buSzPts val="4000"/>
              <a:buNone/>
              <a:defRPr sz="4000">
                <a:solidFill>
                  <a:srgbClr val="229FA1"/>
                </a:solidFill>
              </a:defRPr>
            </a:lvl9pPr>
          </a:lstStyle>
          <a:p/>
        </p:txBody>
      </p:sp>
      <p:sp>
        <p:nvSpPr>
          <p:cNvPr id="102" name="Google Shape;102;p16"/>
          <p:cNvSpPr txBox="1"/>
          <p:nvPr>
            <p:ph idx="1" type="body"/>
          </p:nvPr>
        </p:nvSpPr>
        <p:spPr>
          <a:xfrm>
            <a:off x="635212" y="523459"/>
            <a:ext cx="5552400" cy="3477900"/>
          </a:xfrm>
          <a:prstGeom prst="rect">
            <a:avLst/>
          </a:prstGeom>
        </p:spPr>
        <p:txBody>
          <a:bodyPr anchorCtr="0" anchor="t" bIns="121900" lIns="121900" spcFirstLastPara="1" rIns="121900" wrap="square" tIns="121900">
            <a:norm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3" name="Google Shape;103;p16"/>
          <p:cNvSpPr txBox="1"/>
          <p:nvPr>
            <p:ph idx="3" type="body"/>
          </p:nvPr>
        </p:nvSpPr>
        <p:spPr>
          <a:xfrm>
            <a:off x="7176500" y="523459"/>
            <a:ext cx="4559100" cy="3477900"/>
          </a:xfrm>
          <a:prstGeom prst="rect">
            <a:avLst/>
          </a:prstGeom>
        </p:spPr>
        <p:txBody>
          <a:bodyPr anchorCtr="0" anchor="t" bIns="121900" lIns="121900" spcFirstLastPara="1" rIns="121900" wrap="square" tIns="121900">
            <a:norm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4" name="Google Shape;104;p16"/>
          <p:cNvSpPr txBox="1"/>
          <p:nvPr/>
        </p:nvSpPr>
        <p:spPr>
          <a:xfrm>
            <a:off x="10783067" y="6427433"/>
            <a:ext cx="1104000" cy="251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None/>
            </a:pPr>
            <a:fld id="{00000000-1234-1234-1234-123412341234}" type="slidenum">
              <a:rPr lang="en-US" sz="1100">
                <a:solidFill>
                  <a:schemeClr val="lt1"/>
                </a:solidFill>
                <a:latin typeface="Archivo"/>
                <a:ea typeface="Archivo"/>
                <a:cs typeface="Archivo"/>
                <a:sym typeface="Archivo"/>
              </a:rPr>
              <a:t>‹#›</a:t>
            </a:fld>
            <a:endParaRPr sz="1100">
              <a:solidFill>
                <a:schemeClr val="lt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Strategy">
  <p:cSld name="ONE_COLUMN_TEXT_1">
    <p:bg>
      <p:bgPr>
        <a:solidFill>
          <a:schemeClr val="dk1"/>
        </a:solidFill>
      </p:bgPr>
    </p:bg>
    <p:spTree>
      <p:nvGrpSpPr>
        <p:cNvPr id="105" name="Shape 105"/>
        <p:cNvGrpSpPr/>
        <p:nvPr/>
      </p:nvGrpSpPr>
      <p:grpSpPr>
        <a:xfrm>
          <a:off x="0" y="0"/>
          <a:ext cx="0" cy="0"/>
          <a:chOff x="0" y="0"/>
          <a:chExt cx="0" cy="0"/>
        </a:xfrm>
      </p:grpSpPr>
      <p:sp>
        <p:nvSpPr>
          <p:cNvPr id="106" name="Google Shape;106;p17"/>
          <p:cNvSpPr/>
          <p:nvPr/>
        </p:nvSpPr>
        <p:spPr>
          <a:xfrm>
            <a:off x="304800" y="298167"/>
            <a:ext cx="5650800" cy="5898000"/>
          </a:xfrm>
          <a:prstGeom prst="roundRect">
            <a:avLst>
              <a:gd fmla="val 5974"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7" name="Google Shape;107;p17"/>
          <p:cNvSpPr/>
          <p:nvPr/>
        </p:nvSpPr>
        <p:spPr>
          <a:xfrm>
            <a:off x="6181770" y="298202"/>
            <a:ext cx="5705700" cy="1221300"/>
          </a:xfrm>
          <a:prstGeom prst="roundRect">
            <a:avLst>
              <a:gd fmla="val 19759"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8" name="Google Shape;108;p17"/>
          <p:cNvSpPr/>
          <p:nvPr/>
        </p:nvSpPr>
        <p:spPr>
          <a:xfrm>
            <a:off x="6181767" y="1743214"/>
            <a:ext cx="5705700" cy="3162300"/>
          </a:xfrm>
          <a:prstGeom prst="roundRect">
            <a:avLst>
              <a:gd fmla="val 11988"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9" name="Google Shape;109;p17"/>
          <p:cNvSpPr/>
          <p:nvPr/>
        </p:nvSpPr>
        <p:spPr>
          <a:xfrm>
            <a:off x="6181770" y="5129025"/>
            <a:ext cx="5705700" cy="1067100"/>
          </a:xfrm>
          <a:prstGeom prst="roundRect">
            <a:avLst>
              <a:gd fmla="val 19759" name="adj"/>
            </a:avLst>
          </a:prstGeom>
          <a:solidFill>
            <a:srgbClr val="E0E0E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0" name="Google Shape;110;p17"/>
          <p:cNvSpPr txBox="1"/>
          <p:nvPr>
            <p:ph type="title"/>
          </p:nvPr>
        </p:nvSpPr>
        <p:spPr>
          <a:xfrm>
            <a:off x="399035" y="4794633"/>
            <a:ext cx="4839900" cy="1221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11" name="Google Shape;111;p17"/>
          <p:cNvSpPr txBox="1"/>
          <p:nvPr>
            <p:ph idx="1" type="subTitle"/>
          </p:nvPr>
        </p:nvSpPr>
        <p:spPr>
          <a:xfrm>
            <a:off x="6350000" y="281167"/>
            <a:ext cx="782400" cy="1221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Font typeface="Darker Grotesque"/>
              <a:buNone/>
              <a:defRPr sz="2400">
                <a:solidFill>
                  <a:schemeClr val="lt1"/>
                </a:solidFill>
              </a:defRPr>
            </a:lvl2pPr>
            <a:lvl3pPr lvl="2">
              <a:spcBef>
                <a:spcPts val="0"/>
              </a:spcBef>
              <a:spcAft>
                <a:spcPts val="0"/>
              </a:spcAft>
              <a:buClr>
                <a:schemeClr val="lt1"/>
              </a:buClr>
              <a:buSzPts val="2400"/>
              <a:buFont typeface="Darker Grotesque"/>
              <a:buNone/>
              <a:defRPr sz="2400">
                <a:solidFill>
                  <a:schemeClr val="lt1"/>
                </a:solidFill>
              </a:defRPr>
            </a:lvl3pPr>
            <a:lvl4pPr lvl="3">
              <a:spcBef>
                <a:spcPts val="0"/>
              </a:spcBef>
              <a:spcAft>
                <a:spcPts val="0"/>
              </a:spcAft>
              <a:buClr>
                <a:schemeClr val="lt1"/>
              </a:buClr>
              <a:buSzPts val="2400"/>
              <a:buFont typeface="Darker Grotesque"/>
              <a:buNone/>
              <a:defRPr sz="2400">
                <a:solidFill>
                  <a:schemeClr val="lt1"/>
                </a:solidFill>
              </a:defRPr>
            </a:lvl4pPr>
            <a:lvl5pPr lvl="4">
              <a:spcBef>
                <a:spcPts val="0"/>
              </a:spcBef>
              <a:spcAft>
                <a:spcPts val="0"/>
              </a:spcAft>
              <a:buClr>
                <a:schemeClr val="lt1"/>
              </a:buClr>
              <a:buSzPts val="2400"/>
              <a:buFont typeface="Darker Grotesque"/>
              <a:buNone/>
              <a:defRPr sz="2400">
                <a:solidFill>
                  <a:schemeClr val="lt1"/>
                </a:solidFill>
              </a:defRPr>
            </a:lvl5pPr>
            <a:lvl6pPr lvl="5">
              <a:spcBef>
                <a:spcPts val="0"/>
              </a:spcBef>
              <a:spcAft>
                <a:spcPts val="0"/>
              </a:spcAft>
              <a:buClr>
                <a:schemeClr val="lt1"/>
              </a:buClr>
              <a:buSzPts val="2400"/>
              <a:buFont typeface="Darker Grotesque"/>
              <a:buNone/>
              <a:defRPr sz="2400">
                <a:solidFill>
                  <a:schemeClr val="lt1"/>
                </a:solidFill>
              </a:defRPr>
            </a:lvl6pPr>
            <a:lvl7pPr lvl="6">
              <a:spcBef>
                <a:spcPts val="0"/>
              </a:spcBef>
              <a:spcAft>
                <a:spcPts val="0"/>
              </a:spcAft>
              <a:buClr>
                <a:schemeClr val="lt1"/>
              </a:buClr>
              <a:buSzPts val="2400"/>
              <a:buFont typeface="Darker Grotesque"/>
              <a:buNone/>
              <a:defRPr sz="2400">
                <a:solidFill>
                  <a:schemeClr val="lt1"/>
                </a:solidFill>
              </a:defRPr>
            </a:lvl7pPr>
            <a:lvl8pPr lvl="7">
              <a:spcBef>
                <a:spcPts val="0"/>
              </a:spcBef>
              <a:spcAft>
                <a:spcPts val="0"/>
              </a:spcAft>
              <a:buClr>
                <a:schemeClr val="lt1"/>
              </a:buClr>
              <a:buSzPts val="2400"/>
              <a:buFont typeface="Darker Grotesque"/>
              <a:buNone/>
              <a:defRPr sz="2400">
                <a:solidFill>
                  <a:schemeClr val="lt1"/>
                </a:solidFill>
              </a:defRPr>
            </a:lvl8pPr>
            <a:lvl9pPr lvl="8">
              <a:spcBef>
                <a:spcPts val="0"/>
              </a:spcBef>
              <a:spcAft>
                <a:spcPts val="0"/>
              </a:spcAft>
              <a:buClr>
                <a:schemeClr val="lt1"/>
              </a:buClr>
              <a:buSzPts val="2400"/>
              <a:buFont typeface="Darker Grotesque"/>
              <a:buNone/>
              <a:defRPr sz="2400">
                <a:solidFill>
                  <a:schemeClr val="lt1"/>
                </a:solidFill>
              </a:defRPr>
            </a:lvl9pPr>
          </a:lstStyle>
          <a:p/>
        </p:txBody>
      </p:sp>
      <p:sp>
        <p:nvSpPr>
          <p:cNvPr id="112" name="Google Shape;112;p17"/>
          <p:cNvSpPr txBox="1"/>
          <p:nvPr>
            <p:ph idx="2" type="subTitle"/>
          </p:nvPr>
        </p:nvSpPr>
        <p:spPr>
          <a:xfrm>
            <a:off x="6350000" y="1743233"/>
            <a:ext cx="782400" cy="3162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Font typeface="Darker Grotesque"/>
              <a:buNone/>
              <a:defRPr sz="2400">
                <a:solidFill>
                  <a:schemeClr val="lt1"/>
                </a:solidFill>
              </a:defRPr>
            </a:lvl2pPr>
            <a:lvl3pPr lvl="2">
              <a:spcBef>
                <a:spcPts val="0"/>
              </a:spcBef>
              <a:spcAft>
                <a:spcPts val="0"/>
              </a:spcAft>
              <a:buClr>
                <a:schemeClr val="lt1"/>
              </a:buClr>
              <a:buSzPts val="2400"/>
              <a:buFont typeface="Darker Grotesque"/>
              <a:buNone/>
              <a:defRPr sz="2400">
                <a:solidFill>
                  <a:schemeClr val="lt1"/>
                </a:solidFill>
              </a:defRPr>
            </a:lvl3pPr>
            <a:lvl4pPr lvl="3">
              <a:spcBef>
                <a:spcPts val="0"/>
              </a:spcBef>
              <a:spcAft>
                <a:spcPts val="0"/>
              </a:spcAft>
              <a:buClr>
                <a:schemeClr val="lt1"/>
              </a:buClr>
              <a:buSzPts val="2400"/>
              <a:buFont typeface="Darker Grotesque"/>
              <a:buNone/>
              <a:defRPr sz="2400">
                <a:solidFill>
                  <a:schemeClr val="lt1"/>
                </a:solidFill>
              </a:defRPr>
            </a:lvl4pPr>
            <a:lvl5pPr lvl="4">
              <a:spcBef>
                <a:spcPts val="0"/>
              </a:spcBef>
              <a:spcAft>
                <a:spcPts val="0"/>
              </a:spcAft>
              <a:buClr>
                <a:schemeClr val="lt1"/>
              </a:buClr>
              <a:buSzPts val="2400"/>
              <a:buFont typeface="Darker Grotesque"/>
              <a:buNone/>
              <a:defRPr sz="2400">
                <a:solidFill>
                  <a:schemeClr val="lt1"/>
                </a:solidFill>
              </a:defRPr>
            </a:lvl5pPr>
            <a:lvl6pPr lvl="5">
              <a:spcBef>
                <a:spcPts val="0"/>
              </a:spcBef>
              <a:spcAft>
                <a:spcPts val="0"/>
              </a:spcAft>
              <a:buClr>
                <a:schemeClr val="lt1"/>
              </a:buClr>
              <a:buSzPts val="2400"/>
              <a:buFont typeface="Darker Grotesque"/>
              <a:buNone/>
              <a:defRPr sz="2400">
                <a:solidFill>
                  <a:schemeClr val="lt1"/>
                </a:solidFill>
              </a:defRPr>
            </a:lvl6pPr>
            <a:lvl7pPr lvl="6">
              <a:spcBef>
                <a:spcPts val="0"/>
              </a:spcBef>
              <a:spcAft>
                <a:spcPts val="0"/>
              </a:spcAft>
              <a:buClr>
                <a:schemeClr val="lt1"/>
              </a:buClr>
              <a:buSzPts val="2400"/>
              <a:buFont typeface="Darker Grotesque"/>
              <a:buNone/>
              <a:defRPr sz="2400">
                <a:solidFill>
                  <a:schemeClr val="lt1"/>
                </a:solidFill>
              </a:defRPr>
            </a:lvl7pPr>
            <a:lvl8pPr lvl="7">
              <a:spcBef>
                <a:spcPts val="0"/>
              </a:spcBef>
              <a:spcAft>
                <a:spcPts val="0"/>
              </a:spcAft>
              <a:buClr>
                <a:schemeClr val="lt1"/>
              </a:buClr>
              <a:buSzPts val="2400"/>
              <a:buFont typeface="Darker Grotesque"/>
              <a:buNone/>
              <a:defRPr sz="2400">
                <a:solidFill>
                  <a:schemeClr val="lt1"/>
                </a:solidFill>
              </a:defRPr>
            </a:lvl8pPr>
            <a:lvl9pPr lvl="8">
              <a:spcBef>
                <a:spcPts val="0"/>
              </a:spcBef>
              <a:spcAft>
                <a:spcPts val="0"/>
              </a:spcAft>
              <a:buClr>
                <a:schemeClr val="lt1"/>
              </a:buClr>
              <a:buSzPts val="2400"/>
              <a:buFont typeface="Darker Grotesque"/>
              <a:buNone/>
              <a:defRPr sz="2400">
                <a:solidFill>
                  <a:schemeClr val="lt1"/>
                </a:solidFill>
              </a:defRPr>
            </a:lvl9pPr>
          </a:lstStyle>
          <a:p/>
        </p:txBody>
      </p:sp>
      <p:sp>
        <p:nvSpPr>
          <p:cNvPr id="113" name="Google Shape;113;p17"/>
          <p:cNvSpPr txBox="1"/>
          <p:nvPr>
            <p:ph idx="3" type="subTitle"/>
          </p:nvPr>
        </p:nvSpPr>
        <p:spPr>
          <a:xfrm>
            <a:off x="6350000" y="5129033"/>
            <a:ext cx="782400" cy="10671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Font typeface="Darker Grotesque"/>
              <a:buNone/>
              <a:defRPr sz="2400">
                <a:solidFill>
                  <a:schemeClr val="lt1"/>
                </a:solidFill>
              </a:defRPr>
            </a:lvl2pPr>
            <a:lvl3pPr lvl="2">
              <a:spcBef>
                <a:spcPts val="0"/>
              </a:spcBef>
              <a:spcAft>
                <a:spcPts val="0"/>
              </a:spcAft>
              <a:buClr>
                <a:schemeClr val="lt1"/>
              </a:buClr>
              <a:buSzPts val="2400"/>
              <a:buFont typeface="Darker Grotesque"/>
              <a:buNone/>
              <a:defRPr sz="2400">
                <a:solidFill>
                  <a:schemeClr val="lt1"/>
                </a:solidFill>
              </a:defRPr>
            </a:lvl3pPr>
            <a:lvl4pPr lvl="3">
              <a:spcBef>
                <a:spcPts val="0"/>
              </a:spcBef>
              <a:spcAft>
                <a:spcPts val="0"/>
              </a:spcAft>
              <a:buClr>
                <a:schemeClr val="lt1"/>
              </a:buClr>
              <a:buSzPts val="2400"/>
              <a:buFont typeface="Darker Grotesque"/>
              <a:buNone/>
              <a:defRPr sz="2400">
                <a:solidFill>
                  <a:schemeClr val="lt1"/>
                </a:solidFill>
              </a:defRPr>
            </a:lvl4pPr>
            <a:lvl5pPr lvl="4">
              <a:spcBef>
                <a:spcPts val="0"/>
              </a:spcBef>
              <a:spcAft>
                <a:spcPts val="0"/>
              </a:spcAft>
              <a:buClr>
                <a:schemeClr val="lt1"/>
              </a:buClr>
              <a:buSzPts val="2400"/>
              <a:buFont typeface="Darker Grotesque"/>
              <a:buNone/>
              <a:defRPr sz="2400">
                <a:solidFill>
                  <a:schemeClr val="lt1"/>
                </a:solidFill>
              </a:defRPr>
            </a:lvl5pPr>
            <a:lvl6pPr lvl="5">
              <a:spcBef>
                <a:spcPts val="0"/>
              </a:spcBef>
              <a:spcAft>
                <a:spcPts val="0"/>
              </a:spcAft>
              <a:buClr>
                <a:schemeClr val="lt1"/>
              </a:buClr>
              <a:buSzPts val="2400"/>
              <a:buFont typeface="Darker Grotesque"/>
              <a:buNone/>
              <a:defRPr sz="2400">
                <a:solidFill>
                  <a:schemeClr val="lt1"/>
                </a:solidFill>
              </a:defRPr>
            </a:lvl6pPr>
            <a:lvl7pPr lvl="6">
              <a:spcBef>
                <a:spcPts val="0"/>
              </a:spcBef>
              <a:spcAft>
                <a:spcPts val="0"/>
              </a:spcAft>
              <a:buClr>
                <a:schemeClr val="lt1"/>
              </a:buClr>
              <a:buSzPts val="2400"/>
              <a:buFont typeface="Darker Grotesque"/>
              <a:buNone/>
              <a:defRPr sz="2400">
                <a:solidFill>
                  <a:schemeClr val="lt1"/>
                </a:solidFill>
              </a:defRPr>
            </a:lvl7pPr>
            <a:lvl8pPr lvl="7">
              <a:spcBef>
                <a:spcPts val="0"/>
              </a:spcBef>
              <a:spcAft>
                <a:spcPts val="0"/>
              </a:spcAft>
              <a:buClr>
                <a:schemeClr val="lt1"/>
              </a:buClr>
              <a:buSzPts val="2400"/>
              <a:buFont typeface="Darker Grotesque"/>
              <a:buNone/>
              <a:defRPr sz="2400">
                <a:solidFill>
                  <a:schemeClr val="lt1"/>
                </a:solidFill>
              </a:defRPr>
            </a:lvl8pPr>
            <a:lvl9pPr lvl="8">
              <a:spcBef>
                <a:spcPts val="0"/>
              </a:spcBef>
              <a:spcAft>
                <a:spcPts val="0"/>
              </a:spcAft>
              <a:buClr>
                <a:schemeClr val="lt1"/>
              </a:buClr>
              <a:buSzPts val="2400"/>
              <a:buFont typeface="Darker Grotesque"/>
              <a:buNone/>
              <a:defRPr sz="2400">
                <a:solidFill>
                  <a:schemeClr val="lt1"/>
                </a:solidFill>
              </a:defRPr>
            </a:lvl9pPr>
          </a:lstStyle>
          <a:p/>
        </p:txBody>
      </p:sp>
      <p:sp>
        <p:nvSpPr>
          <p:cNvPr id="114" name="Google Shape;114;p17"/>
          <p:cNvSpPr txBox="1"/>
          <p:nvPr>
            <p:ph idx="4" type="body"/>
          </p:nvPr>
        </p:nvSpPr>
        <p:spPr>
          <a:xfrm>
            <a:off x="7896026" y="298200"/>
            <a:ext cx="3896400" cy="12213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15" name="Google Shape;115;p17"/>
          <p:cNvSpPr txBox="1"/>
          <p:nvPr>
            <p:ph idx="5" type="body"/>
          </p:nvPr>
        </p:nvSpPr>
        <p:spPr>
          <a:xfrm>
            <a:off x="7896026" y="1743200"/>
            <a:ext cx="3896400" cy="31623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16" name="Google Shape;116;p17"/>
          <p:cNvSpPr txBox="1"/>
          <p:nvPr>
            <p:ph idx="6" type="body"/>
          </p:nvPr>
        </p:nvSpPr>
        <p:spPr>
          <a:xfrm>
            <a:off x="7896026" y="5129033"/>
            <a:ext cx="3896400" cy="10671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s">
  <p:cSld name="CUSTOM">
    <p:bg>
      <p:bgPr>
        <a:solidFill>
          <a:schemeClr val="dk1"/>
        </a:solidFill>
      </p:bgPr>
    </p:bg>
    <p:spTree>
      <p:nvGrpSpPr>
        <p:cNvPr id="117" name="Shape 117"/>
        <p:cNvGrpSpPr/>
        <p:nvPr/>
      </p:nvGrpSpPr>
      <p:grpSpPr>
        <a:xfrm>
          <a:off x="0" y="0"/>
          <a:ext cx="0" cy="0"/>
          <a:chOff x="0" y="0"/>
          <a:chExt cx="0" cy="0"/>
        </a:xfrm>
      </p:grpSpPr>
      <p:sp>
        <p:nvSpPr>
          <p:cNvPr id="118" name="Google Shape;118;p18"/>
          <p:cNvSpPr/>
          <p:nvPr/>
        </p:nvSpPr>
        <p:spPr>
          <a:xfrm>
            <a:off x="304800" y="212700"/>
            <a:ext cx="11582400" cy="1573500"/>
          </a:xfrm>
          <a:prstGeom prst="roundRect">
            <a:avLst>
              <a:gd fmla="val 18213" name="adj"/>
            </a:avLst>
          </a:prstGeom>
          <a:no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9" name="Google Shape;119;p18"/>
          <p:cNvSpPr/>
          <p:nvPr>
            <p:ph idx="2" type="pic"/>
          </p:nvPr>
        </p:nvSpPr>
        <p:spPr>
          <a:xfrm>
            <a:off x="304500" y="2010867"/>
            <a:ext cx="2777100" cy="4185300"/>
          </a:xfrm>
          <a:prstGeom prst="roundRect">
            <a:avLst>
              <a:gd fmla="val 16667" name="adj"/>
            </a:avLst>
          </a:prstGeom>
          <a:noFill/>
          <a:ln>
            <a:noFill/>
          </a:ln>
        </p:spPr>
      </p:sp>
      <p:sp>
        <p:nvSpPr>
          <p:cNvPr id="120" name="Google Shape;120;p18"/>
          <p:cNvSpPr txBox="1"/>
          <p:nvPr>
            <p:ph type="title"/>
          </p:nvPr>
        </p:nvSpPr>
        <p:spPr>
          <a:xfrm>
            <a:off x="457200" y="358700"/>
            <a:ext cx="4609500" cy="11340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21" name="Google Shape;121;p18"/>
          <p:cNvSpPr txBox="1"/>
          <p:nvPr>
            <p:ph idx="1" type="body"/>
          </p:nvPr>
        </p:nvSpPr>
        <p:spPr>
          <a:xfrm>
            <a:off x="5226833" y="358700"/>
            <a:ext cx="55563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Clr>
                <a:schemeClr val="dk2"/>
              </a:buClr>
              <a:buSzPts val="1800"/>
              <a:buChar char="●"/>
              <a:defRPr>
                <a:solidFill>
                  <a:schemeClr val="dk2"/>
                </a:solidFill>
              </a:defRPr>
            </a:lvl1pPr>
            <a:lvl2pPr indent="-342900" lvl="1" marL="914400">
              <a:spcBef>
                <a:spcPts val="0"/>
              </a:spcBef>
              <a:spcAft>
                <a:spcPts val="0"/>
              </a:spcAft>
              <a:buClr>
                <a:schemeClr val="dk2"/>
              </a:buClr>
              <a:buSzPts val="1800"/>
              <a:buChar char="○"/>
              <a:defRPr>
                <a:solidFill>
                  <a:schemeClr val="dk2"/>
                </a:solidFill>
              </a:defRPr>
            </a:lvl2pPr>
            <a:lvl3pPr indent="-342900" lvl="2" marL="1371600">
              <a:spcBef>
                <a:spcPts val="0"/>
              </a:spcBef>
              <a:spcAft>
                <a:spcPts val="0"/>
              </a:spcAft>
              <a:buClr>
                <a:schemeClr val="dk2"/>
              </a:buClr>
              <a:buSzPts val="1800"/>
              <a:buChar char="■"/>
              <a:defRPr>
                <a:solidFill>
                  <a:schemeClr val="dk2"/>
                </a:solidFill>
              </a:defRPr>
            </a:lvl3pPr>
            <a:lvl4pPr indent="-342900" lvl="3" marL="1828800">
              <a:spcBef>
                <a:spcPts val="0"/>
              </a:spcBef>
              <a:spcAft>
                <a:spcPts val="0"/>
              </a:spcAft>
              <a:buClr>
                <a:schemeClr val="dk2"/>
              </a:buClr>
              <a:buSzPts val="1800"/>
              <a:buChar char="●"/>
              <a:defRPr>
                <a:solidFill>
                  <a:schemeClr val="dk2"/>
                </a:solidFill>
              </a:defRPr>
            </a:lvl4pPr>
            <a:lvl5pPr indent="-342900" lvl="4" marL="2286000">
              <a:spcBef>
                <a:spcPts val="0"/>
              </a:spcBef>
              <a:spcAft>
                <a:spcPts val="0"/>
              </a:spcAft>
              <a:buClr>
                <a:schemeClr val="dk2"/>
              </a:buClr>
              <a:buSzPts val="1800"/>
              <a:buChar char="○"/>
              <a:defRPr>
                <a:solidFill>
                  <a:schemeClr val="dk2"/>
                </a:solidFill>
              </a:defRPr>
            </a:lvl5pPr>
            <a:lvl6pPr indent="-342900" lvl="5" marL="2743200">
              <a:spcBef>
                <a:spcPts val="0"/>
              </a:spcBef>
              <a:spcAft>
                <a:spcPts val="0"/>
              </a:spcAft>
              <a:buClr>
                <a:schemeClr val="dk2"/>
              </a:buClr>
              <a:buSzPts val="1800"/>
              <a:buChar char="■"/>
              <a:defRPr>
                <a:solidFill>
                  <a:schemeClr val="dk2"/>
                </a:solidFill>
              </a:defRPr>
            </a:lvl6pPr>
            <a:lvl7pPr indent="-342900" lvl="6" marL="3200400">
              <a:spcBef>
                <a:spcPts val="0"/>
              </a:spcBef>
              <a:spcAft>
                <a:spcPts val="0"/>
              </a:spcAft>
              <a:buClr>
                <a:schemeClr val="dk2"/>
              </a:buClr>
              <a:buSzPts val="1800"/>
              <a:buChar char="●"/>
              <a:defRPr>
                <a:solidFill>
                  <a:schemeClr val="dk2"/>
                </a:solidFill>
              </a:defRPr>
            </a:lvl7pPr>
            <a:lvl8pPr indent="-342900" lvl="7" marL="3657600">
              <a:spcBef>
                <a:spcPts val="0"/>
              </a:spcBef>
              <a:spcAft>
                <a:spcPts val="0"/>
              </a:spcAft>
              <a:buClr>
                <a:schemeClr val="dk2"/>
              </a:buClr>
              <a:buSzPts val="1800"/>
              <a:buChar char="○"/>
              <a:defRPr>
                <a:solidFill>
                  <a:schemeClr val="dk2"/>
                </a:solidFill>
              </a:defRPr>
            </a:lvl8pPr>
            <a:lvl9pPr indent="-342900" lvl="8" marL="4114800">
              <a:spcBef>
                <a:spcPts val="0"/>
              </a:spcBef>
              <a:spcAft>
                <a:spcPts val="0"/>
              </a:spcAft>
              <a:buClr>
                <a:schemeClr val="dk2"/>
              </a:buClr>
              <a:buSzPts val="1800"/>
              <a:buChar char="■"/>
              <a:defRPr>
                <a:solidFill>
                  <a:schemeClr val="dk2"/>
                </a:solidFill>
              </a:defRPr>
            </a:lvl9pPr>
          </a:lstStyle>
          <a:p/>
        </p:txBody>
      </p:sp>
      <p:sp>
        <p:nvSpPr>
          <p:cNvPr id="122" name="Google Shape;122;p18"/>
          <p:cNvSpPr/>
          <p:nvPr>
            <p:ph idx="3" type="pic"/>
          </p:nvPr>
        </p:nvSpPr>
        <p:spPr>
          <a:xfrm>
            <a:off x="3241544" y="2010867"/>
            <a:ext cx="2777100" cy="4185300"/>
          </a:xfrm>
          <a:prstGeom prst="roundRect">
            <a:avLst>
              <a:gd fmla="val 16667" name="adj"/>
            </a:avLst>
          </a:prstGeom>
          <a:noFill/>
          <a:ln>
            <a:noFill/>
          </a:ln>
        </p:spPr>
      </p:sp>
      <p:sp>
        <p:nvSpPr>
          <p:cNvPr id="123" name="Google Shape;123;p18"/>
          <p:cNvSpPr/>
          <p:nvPr>
            <p:ph idx="4" type="pic"/>
          </p:nvPr>
        </p:nvSpPr>
        <p:spPr>
          <a:xfrm>
            <a:off x="6178589" y="2010867"/>
            <a:ext cx="2777100" cy="4185300"/>
          </a:xfrm>
          <a:prstGeom prst="roundRect">
            <a:avLst>
              <a:gd fmla="val 16667" name="adj"/>
            </a:avLst>
          </a:prstGeom>
          <a:noFill/>
          <a:ln>
            <a:noFill/>
          </a:ln>
        </p:spPr>
      </p:sp>
      <p:sp>
        <p:nvSpPr>
          <p:cNvPr id="124" name="Google Shape;124;p18"/>
          <p:cNvSpPr/>
          <p:nvPr>
            <p:ph idx="5" type="pic"/>
          </p:nvPr>
        </p:nvSpPr>
        <p:spPr>
          <a:xfrm>
            <a:off x="9115633" y="2010867"/>
            <a:ext cx="2777100" cy="4185300"/>
          </a:xfrm>
          <a:prstGeom prst="roundRect">
            <a:avLst>
              <a:gd fmla="val 16667" name="adj"/>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Deck Template">
  <p:cSld name="CUSTOM_1_1">
    <p:spTree>
      <p:nvGrpSpPr>
        <p:cNvPr id="125" name="Shape 125"/>
        <p:cNvGrpSpPr/>
        <p:nvPr/>
      </p:nvGrpSpPr>
      <p:grpSpPr>
        <a:xfrm>
          <a:off x="0" y="0"/>
          <a:ext cx="0" cy="0"/>
          <a:chOff x="0" y="0"/>
          <a:chExt cx="0" cy="0"/>
        </a:xfrm>
      </p:grpSpPr>
      <p:sp>
        <p:nvSpPr>
          <p:cNvPr id="126" name="Google Shape;126;p19"/>
          <p:cNvSpPr/>
          <p:nvPr/>
        </p:nvSpPr>
        <p:spPr>
          <a:xfrm>
            <a:off x="304800" y="298233"/>
            <a:ext cx="38172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27" name="Google Shape;127;p19"/>
          <p:cNvSpPr/>
          <p:nvPr/>
        </p:nvSpPr>
        <p:spPr>
          <a:xfrm>
            <a:off x="304833" y="4622467"/>
            <a:ext cx="11582400" cy="1573500"/>
          </a:xfrm>
          <a:prstGeom prst="roundRect">
            <a:avLst>
              <a:gd fmla="val 11763" name="adj"/>
            </a:avLst>
          </a:prstGeom>
          <a:no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8" name="Google Shape;128;p19"/>
          <p:cNvSpPr txBox="1"/>
          <p:nvPr>
            <p:ph type="title"/>
          </p:nvPr>
        </p:nvSpPr>
        <p:spPr>
          <a:xfrm>
            <a:off x="457200" y="4683000"/>
            <a:ext cx="4609500" cy="11340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29" name="Google Shape;129;p19"/>
          <p:cNvSpPr txBox="1"/>
          <p:nvPr>
            <p:ph idx="1" type="body"/>
          </p:nvPr>
        </p:nvSpPr>
        <p:spPr>
          <a:xfrm>
            <a:off x="5226833" y="4683000"/>
            <a:ext cx="55563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 name="Google Shape;130;p19"/>
          <p:cNvSpPr/>
          <p:nvPr/>
        </p:nvSpPr>
        <p:spPr>
          <a:xfrm>
            <a:off x="4270933" y="298233"/>
            <a:ext cx="36540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31" name="Google Shape;131;p19"/>
          <p:cNvSpPr/>
          <p:nvPr/>
        </p:nvSpPr>
        <p:spPr>
          <a:xfrm>
            <a:off x="8077200" y="298233"/>
            <a:ext cx="38217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32" name="Google Shape;132;p19"/>
          <p:cNvSpPr txBox="1"/>
          <p:nvPr>
            <p:ph idx="2" type="body"/>
          </p:nvPr>
        </p:nvSpPr>
        <p:spPr>
          <a:xfrm>
            <a:off x="304733" y="2196033"/>
            <a:ext cx="3817200" cy="2166000"/>
          </a:xfrm>
          <a:prstGeom prst="rect">
            <a:avLst/>
          </a:prstGeom>
          <a:noFill/>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33" name="Google Shape;133;p19"/>
          <p:cNvSpPr txBox="1"/>
          <p:nvPr>
            <p:ph idx="3" type="body"/>
          </p:nvPr>
        </p:nvSpPr>
        <p:spPr>
          <a:xfrm>
            <a:off x="4274233" y="2196033"/>
            <a:ext cx="3654000" cy="2166000"/>
          </a:xfrm>
          <a:prstGeom prst="rect">
            <a:avLst/>
          </a:prstGeom>
          <a:noFill/>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34" name="Google Shape;134;p19"/>
          <p:cNvSpPr txBox="1"/>
          <p:nvPr>
            <p:ph idx="4" type="body"/>
          </p:nvPr>
        </p:nvSpPr>
        <p:spPr>
          <a:xfrm>
            <a:off x="8070000" y="2196033"/>
            <a:ext cx="3817200" cy="2166000"/>
          </a:xfrm>
          <a:prstGeom prst="rect">
            <a:avLst/>
          </a:prstGeom>
          <a:noFill/>
          <a:ln>
            <a:noFill/>
          </a:ln>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35" name="Google Shape;135;p19"/>
          <p:cNvSpPr txBox="1"/>
          <p:nvPr>
            <p:ph idx="5" type="subTitle"/>
          </p:nvPr>
        </p:nvSpPr>
        <p:spPr>
          <a:xfrm>
            <a:off x="389200" y="356400"/>
            <a:ext cx="32265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sp>
        <p:nvSpPr>
          <p:cNvPr id="136" name="Google Shape;136;p19"/>
          <p:cNvSpPr txBox="1"/>
          <p:nvPr>
            <p:ph idx="6" type="subTitle"/>
          </p:nvPr>
        </p:nvSpPr>
        <p:spPr>
          <a:xfrm>
            <a:off x="4355395" y="356400"/>
            <a:ext cx="30912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sp>
        <p:nvSpPr>
          <p:cNvPr id="137" name="Google Shape;137;p19"/>
          <p:cNvSpPr txBox="1"/>
          <p:nvPr>
            <p:ph idx="7" type="subTitle"/>
          </p:nvPr>
        </p:nvSpPr>
        <p:spPr>
          <a:xfrm>
            <a:off x="8169667" y="356400"/>
            <a:ext cx="32265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p:cSld name="CUSTOM_11">
    <p:spTree>
      <p:nvGrpSpPr>
        <p:cNvPr id="138" name="Shape 138"/>
        <p:cNvGrpSpPr/>
        <p:nvPr/>
      </p:nvGrpSpPr>
      <p:grpSpPr>
        <a:xfrm>
          <a:off x="0" y="0"/>
          <a:ext cx="0" cy="0"/>
          <a:chOff x="0" y="0"/>
          <a:chExt cx="0" cy="0"/>
        </a:xfrm>
      </p:grpSpPr>
      <p:sp>
        <p:nvSpPr>
          <p:cNvPr id="139" name="Google Shape;139;p20"/>
          <p:cNvSpPr/>
          <p:nvPr/>
        </p:nvSpPr>
        <p:spPr>
          <a:xfrm>
            <a:off x="292933" y="2003250"/>
            <a:ext cx="38172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40" name="Google Shape;140;p20"/>
          <p:cNvSpPr/>
          <p:nvPr/>
        </p:nvSpPr>
        <p:spPr>
          <a:xfrm>
            <a:off x="304833" y="298167"/>
            <a:ext cx="11582400" cy="1573500"/>
          </a:xfrm>
          <a:prstGeom prst="roundRect">
            <a:avLst>
              <a:gd fmla="val 11763" name="adj"/>
            </a:avLst>
          </a:prstGeom>
          <a:no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rgbClr val="229FA1"/>
              </a:solidFill>
            </a:endParaRPr>
          </a:p>
        </p:txBody>
      </p:sp>
      <p:sp>
        <p:nvSpPr>
          <p:cNvPr id="141" name="Google Shape;141;p20"/>
          <p:cNvSpPr txBox="1"/>
          <p:nvPr>
            <p:ph type="title"/>
          </p:nvPr>
        </p:nvSpPr>
        <p:spPr>
          <a:xfrm>
            <a:off x="457200" y="358700"/>
            <a:ext cx="5722500" cy="11340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42" name="Google Shape;142;p20"/>
          <p:cNvSpPr txBox="1"/>
          <p:nvPr>
            <p:ph idx="1" type="body"/>
          </p:nvPr>
        </p:nvSpPr>
        <p:spPr>
          <a:xfrm>
            <a:off x="7132200" y="358700"/>
            <a:ext cx="46101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3" name="Google Shape;143;p20"/>
          <p:cNvSpPr/>
          <p:nvPr/>
        </p:nvSpPr>
        <p:spPr>
          <a:xfrm>
            <a:off x="4259067" y="2003250"/>
            <a:ext cx="36540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44" name="Google Shape;144;p20"/>
          <p:cNvSpPr/>
          <p:nvPr/>
        </p:nvSpPr>
        <p:spPr>
          <a:xfrm>
            <a:off x="8065333" y="2003250"/>
            <a:ext cx="3821700" cy="4192800"/>
          </a:xfrm>
          <a:prstGeom prst="roundRect">
            <a:avLst>
              <a:gd fmla="val 7280" name="adj"/>
            </a:avLst>
          </a:prstGeom>
          <a:solidFill>
            <a:schemeClr val="accent2"/>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Archivo"/>
              <a:ea typeface="Archivo"/>
              <a:cs typeface="Archivo"/>
              <a:sym typeface="Archivo"/>
            </a:endParaRPr>
          </a:p>
        </p:txBody>
      </p:sp>
      <p:sp>
        <p:nvSpPr>
          <p:cNvPr id="145" name="Google Shape;145;p20"/>
          <p:cNvSpPr txBox="1"/>
          <p:nvPr>
            <p:ph idx="2" type="body"/>
          </p:nvPr>
        </p:nvSpPr>
        <p:spPr>
          <a:xfrm>
            <a:off x="292867" y="3901050"/>
            <a:ext cx="3817200" cy="2166000"/>
          </a:xfrm>
          <a:prstGeom prst="rect">
            <a:avLst/>
          </a:prstGeom>
          <a:noFill/>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46" name="Google Shape;146;p20"/>
          <p:cNvSpPr txBox="1"/>
          <p:nvPr>
            <p:ph idx="3" type="body"/>
          </p:nvPr>
        </p:nvSpPr>
        <p:spPr>
          <a:xfrm>
            <a:off x="4262367" y="3901050"/>
            <a:ext cx="3654000" cy="2166000"/>
          </a:xfrm>
          <a:prstGeom prst="rect">
            <a:avLst/>
          </a:prstGeom>
          <a:noFill/>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47" name="Google Shape;147;p20"/>
          <p:cNvSpPr txBox="1"/>
          <p:nvPr>
            <p:ph idx="4" type="body"/>
          </p:nvPr>
        </p:nvSpPr>
        <p:spPr>
          <a:xfrm>
            <a:off x="8058133" y="3901050"/>
            <a:ext cx="3817200" cy="2166000"/>
          </a:xfrm>
          <a:prstGeom prst="rect">
            <a:avLst/>
          </a:prstGeom>
          <a:noFill/>
        </p:spPr>
        <p:txBody>
          <a:bodyPr anchorCtr="0" anchor="b" bIns="121900" lIns="121900" spcFirstLastPara="1" rIns="121900" wrap="square" tIns="121900">
            <a:normAutofit/>
          </a:bodyPr>
          <a:lstStyle>
            <a:lvl1pPr indent="-381000" lvl="0" marL="457200">
              <a:spcBef>
                <a:spcPts val="0"/>
              </a:spcBef>
              <a:spcAft>
                <a:spcPts val="0"/>
              </a:spcAft>
              <a:buClr>
                <a:schemeClr val="lt1"/>
              </a:buClr>
              <a:buSzPts val="2400"/>
              <a:buChar char="●"/>
              <a:defRPr sz="2400">
                <a:solidFill>
                  <a:schemeClr val="lt1"/>
                </a:solidFill>
              </a:defRPr>
            </a:lvl1pPr>
            <a:lvl2pPr indent="-381000" lvl="1" marL="914400">
              <a:spcBef>
                <a:spcPts val="0"/>
              </a:spcBef>
              <a:spcAft>
                <a:spcPts val="0"/>
              </a:spcAft>
              <a:buClr>
                <a:schemeClr val="lt1"/>
              </a:buClr>
              <a:buSzPts val="2400"/>
              <a:buChar char="○"/>
              <a:defRPr sz="2400">
                <a:solidFill>
                  <a:schemeClr val="lt1"/>
                </a:solidFill>
              </a:defRPr>
            </a:lvl2pPr>
            <a:lvl3pPr indent="-381000" lvl="2" marL="1371600">
              <a:spcBef>
                <a:spcPts val="0"/>
              </a:spcBef>
              <a:spcAft>
                <a:spcPts val="0"/>
              </a:spcAft>
              <a:buClr>
                <a:schemeClr val="lt1"/>
              </a:buClr>
              <a:buSzPts val="2400"/>
              <a:buChar char="■"/>
              <a:defRPr sz="2400">
                <a:solidFill>
                  <a:schemeClr val="lt1"/>
                </a:solidFill>
              </a:defRPr>
            </a:lvl3pPr>
            <a:lvl4pPr indent="-381000" lvl="3" marL="1828800">
              <a:spcBef>
                <a:spcPts val="0"/>
              </a:spcBef>
              <a:spcAft>
                <a:spcPts val="0"/>
              </a:spcAft>
              <a:buClr>
                <a:schemeClr val="lt1"/>
              </a:buClr>
              <a:buSzPts val="2400"/>
              <a:buChar char="●"/>
              <a:defRPr sz="2400">
                <a:solidFill>
                  <a:schemeClr val="lt1"/>
                </a:solidFill>
              </a:defRPr>
            </a:lvl4pPr>
            <a:lvl5pPr indent="-381000" lvl="4" marL="2286000">
              <a:spcBef>
                <a:spcPts val="0"/>
              </a:spcBef>
              <a:spcAft>
                <a:spcPts val="0"/>
              </a:spcAft>
              <a:buClr>
                <a:schemeClr val="lt1"/>
              </a:buClr>
              <a:buSzPts val="2400"/>
              <a:buChar char="○"/>
              <a:defRPr sz="2400">
                <a:solidFill>
                  <a:schemeClr val="lt1"/>
                </a:solidFill>
              </a:defRPr>
            </a:lvl5pPr>
            <a:lvl6pPr indent="-381000" lvl="5" marL="2743200">
              <a:spcBef>
                <a:spcPts val="0"/>
              </a:spcBef>
              <a:spcAft>
                <a:spcPts val="0"/>
              </a:spcAft>
              <a:buClr>
                <a:schemeClr val="lt1"/>
              </a:buClr>
              <a:buSzPts val="2400"/>
              <a:buChar char="■"/>
              <a:defRPr sz="2400">
                <a:solidFill>
                  <a:schemeClr val="lt1"/>
                </a:solidFill>
              </a:defRPr>
            </a:lvl6pPr>
            <a:lvl7pPr indent="-381000" lvl="6" marL="3200400">
              <a:spcBef>
                <a:spcPts val="0"/>
              </a:spcBef>
              <a:spcAft>
                <a:spcPts val="0"/>
              </a:spcAft>
              <a:buClr>
                <a:schemeClr val="lt1"/>
              </a:buClr>
              <a:buSzPts val="2400"/>
              <a:buChar char="●"/>
              <a:defRPr sz="2400">
                <a:solidFill>
                  <a:schemeClr val="lt1"/>
                </a:solidFill>
              </a:defRPr>
            </a:lvl7pPr>
            <a:lvl8pPr indent="-381000" lvl="7" marL="3657600">
              <a:spcBef>
                <a:spcPts val="0"/>
              </a:spcBef>
              <a:spcAft>
                <a:spcPts val="0"/>
              </a:spcAft>
              <a:buClr>
                <a:schemeClr val="lt1"/>
              </a:buClr>
              <a:buSzPts val="2400"/>
              <a:buChar char="○"/>
              <a:defRPr sz="2400">
                <a:solidFill>
                  <a:schemeClr val="lt1"/>
                </a:solidFill>
              </a:defRPr>
            </a:lvl8pPr>
            <a:lvl9pPr indent="-381000" lvl="8" marL="4114800">
              <a:spcBef>
                <a:spcPts val="0"/>
              </a:spcBef>
              <a:spcAft>
                <a:spcPts val="0"/>
              </a:spcAft>
              <a:buClr>
                <a:schemeClr val="lt1"/>
              </a:buClr>
              <a:buSzPts val="2400"/>
              <a:buChar char="■"/>
              <a:defRPr sz="2400">
                <a:solidFill>
                  <a:schemeClr val="lt1"/>
                </a:solidFill>
              </a:defRPr>
            </a:lvl9pPr>
          </a:lstStyle>
          <a:p/>
        </p:txBody>
      </p:sp>
      <p:sp>
        <p:nvSpPr>
          <p:cNvPr id="148" name="Google Shape;148;p20"/>
          <p:cNvSpPr txBox="1"/>
          <p:nvPr>
            <p:ph idx="5" type="subTitle"/>
          </p:nvPr>
        </p:nvSpPr>
        <p:spPr>
          <a:xfrm>
            <a:off x="377333" y="2061417"/>
            <a:ext cx="32265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49" name="Google Shape;149;p20"/>
          <p:cNvSpPr txBox="1"/>
          <p:nvPr>
            <p:ph idx="6" type="subTitle"/>
          </p:nvPr>
        </p:nvSpPr>
        <p:spPr>
          <a:xfrm>
            <a:off x="4343528" y="2061417"/>
            <a:ext cx="30912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50" name="Google Shape;150;p20"/>
          <p:cNvSpPr txBox="1"/>
          <p:nvPr>
            <p:ph idx="7" type="subTitle"/>
          </p:nvPr>
        </p:nvSpPr>
        <p:spPr>
          <a:xfrm>
            <a:off x="8157800" y="2061417"/>
            <a:ext cx="3226500" cy="596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Analysis">
  <p:cSld name="CUSTOM_13">
    <p:spTree>
      <p:nvGrpSpPr>
        <p:cNvPr id="151" name="Shape 151"/>
        <p:cNvGrpSpPr/>
        <p:nvPr/>
      </p:nvGrpSpPr>
      <p:grpSpPr>
        <a:xfrm>
          <a:off x="0" y="0"/>
          <a:ext cx="0" cy="0"/>
          <a:chOff x="0" y="0"/>
          <a:chExt cx="0" cy="0"/>
        </a:xfrm>
      </p:grpSpPr>
      <p:sp>
        <p:nvSpPr>
          <p:cNvPr id="152" name="Google Shape;152;p21"/>
          <p:cNvSpPr/>
          <p:nvPr/>
        </p:nvSpPr>
        <p:spPr>
          <a:xfrm>
            <a:off x="304833" y="151967"/>
            <a:ext cx="11582400" cy="1905600"/>
          </a:xfrm>
          <a:prstGeom prst="roundRect">
            <a:avLst>
              <a:gd fmla="val 11763" name="adj"/>
            </a:avLst>
          </a:prstGeom>
          <a:noFill/>
          <a:ln cap="flat" cmpd="sng" w="25400">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3" name="Google Shape;153;p21"/>
          <p:cNvSpPr txBox="1"/>
          <p:nvPr>
            <p:ph type="title"/>
          </p:nvPr>
        </p:nvSpPr>
        <p:spPr>
          <a:xfrm>
            <a:off x="419000" y="292567"/>
            <a:ext cx="11354100" cy="18783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54" name="Google Shape;154;p21"/>
          <p:cNvSpPr txBox="1"/>
          <p:nvPr>
            <p:ph idx="1" type="body"/>
          </p:nvPr>
        </p:nvSpPr>
        <p:spPr>
          <a:xfrm>
            <a:off x="468100" y="2220167"/>
            <a:ext cx="61176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ing plan">
  <p:cSld name="CUSTOM_14">
    <p:spTree>
      <p:nvGrpSpPr>
        <p:cNvPr id="155" name="Shape 155"/>
        <p:cNvGrpSpPr/>
        <p:nvPr/>
      </p:nvGrpSpPr>
      <p:grpSpPr>
        <a:xfrm>
          <a:off x="0" y="0"/>
          <a:ext cx="0" cy="0"/>
          <a:chOff x="0" y="0"/>
          <a:chExt cx="0" cy="0"/>
        </a:xfrm>
      </p:grpSpPr>
      <p:sp>
        <p:nvSpPr>
          <p:cNvPr id="156" name="Google Shape;156;p22"/>
          <p:cNvSpPr txBox="1"/>
          <p:nvPr>
            <p:ph type="title"/>
          </p:nvPr>
        </p:nvSpPr>
        <p:spPr>
          <a:xfrm>
            <a:off x="304800" y="298167"/>
            <a:ext cx="10638000" cy="5061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57" name="Google Shape;157;p22"/>
          <p:cNvSpPr/>
          <p:nvPr/>
        </p:nvSpPr>
        <p:spPr>
          <a:xfrm>
            <a:off x="221633" y="171167"/>
            <a:ext cx="10213200" cy="5899500"/>
          </a:xfrm>
          <a:prstGeom prst="roundRect">
            <a:avLst>
              <a:gd fmla="val 3982" name="adj"/>
            </a:avLst>
          </a:prstGeom>
          <a:noFill/>
          <a:ln cap="flat" cmpd="sng" w="25400">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8" name="Google Shape;158;p22"/>
          <p:cNvSpPr/>
          <p:nvPr/>
        </p:nvSpPr>
        <p:spPr>
          <a:xfrm>
            <a:off x="10631367" y="498767"/>
            <a:ext cx="1233300" cy="5571900"/>
          </a:xfrm>
          <a:prstGeom prst="roundRect">
            <a:avLst>
              <a:gd fmla="val 30566" name="adj"/>
            </a:avLst>
          </a:prstGeom>
          <a:solidFill>
            <a:schemeClr val="accent1"/>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1_2">
    <p:bg>
      <p:bgPr>
        <a:solidFill>
          <a:srgbClr val="F8F8F8"/>
        </a:solidFill>
      </p:bgPr>
    </p:bg>
    <p:spTree>
      <p:nvGrpSpPr>
        <p:cNvPr id="159" name="Shape 159"/>
        <p:cNvGrpSpPr/>
        <p:nvPr/>
      </p:nvGrpSpPr>
      <p:grpSpPr>
        <a:xfrm>
          <a:off x="0" y="0"/>
          <a:ext cx="0" cy="0"/>
          <a:chOff x="0" y="0"/>
          <a:chExt cx="0" cy="0"/>
        </a:xfrm>
      </p:grpSpPr>
      <p:sp>
        <p:nvSpPr>
          <p:cNvPr id="160" name="Google Shape;160;p23"/>
          <p:cNvSpPr/>
          <p:nvPr/>
        </p:nvSpPr>
        <p:spPr>
          <a:xfrm>
            <a:off x="304800" y="193667"/>
            <a:ext cx="11582400" cy="2139900"/>
          </a:xfrm>
          <a:prstGeom prst="roundRect">
            <a:avLst>
              <a:gd fmla="val 11763" name="adj"/>
            </a:avLst>
          </a:prstGeom>
          <a:noFill/>
          <a:ln cap="flat" cmpd="sng" w="25400">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61" name="Google Shape;161;p23"/>
          <p:cNvSpPr txBox="1"/>
          <p:nvPr>
            <p:ph type="title"/>
          </p:nvPr>
        </p:nvSpPr>
        <p:spPr>
          <a:xfrm>
            <a:off x="457200" y="358700"/>
            <a:ext cx="9982500" cy="1347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Clr>
                <a:schemeClr val="lt1"/>
              </a:buClr>
              <a:buSzPts val="4800"/>
              <a:buNone/>
              <a:defRPr>
                <a:solidFill>
                  <a:schemeClr val="lt1"/>
                </a:solidFill>
              </a:defRPr>
            </a:lvl2pPr>
            <a:lvl3pPr lvl="2">
              <a:spcBef>
                <a:spcPts val="0"/>
              </a:spcBef>
              <a:spcAft>
                <a:spcPts val="0"/>
              </a:spcAft>
              <a:buClr>
                <a:schemeClr val="lt1"/>
              </a:buClr>
              <a:buSzPts val="4800"/>
              <a:buNone/>
              <a:defRPr>
                <a:solidFill>
                  <a:schemeClr val="lt1"/>
                </a:solidFill>
              </a:defRPr>
            </a:lvl3pPr>
            <a:lvl4pPr lvl="3">
              <a:spcBef>
                <a:spcPts val="0"/>
              </a:spcBef>
              <a:spcAft>
                <a:spcPts val="0"/>
              </a:spcAft>
              <a:buClr>
                <a:schemeClr val="lt1"/>
              </a:buClr>
              <a:buSzPts val="4800"/>
              <a:buNone/>
              <a:defRPr>
                <a:solidFill>
                  <a:schemeClr val="lt1"/>
                </a:solidFill>
              </a:defRPr>
            </a:lvl4pPr>
            <a:lvl5pPr lvl="4">
              <a:spcBef>
                <a:spcPts val="0"/>
              </a:spcBef>
              <a:spcAft>
                <a:spcPts val="0"/>
              </a:spcAft>
              <a:buClr>
                <a:schemeClr val="lt1"/>
              </a:buClr>
              <a:buSzPts val="4800"/>
              <a:buNone/>
              <a:defRPr>
                <a:solidFill>
                  <a:schemeClr val="lt1"/>
                </a:solidFill>
              </a:defRPr>
            </a:lvl5pPr>
            <a:lvl6pPr lvl="5">
              <a:spcBef>
                <a:spcPts val="0"/>
              </a:spcBef>
              <a:spcAft>
                <a:spcPts val="0"/>
              </a:spcAft>
              <a:buClr>
                <a:schemeClr val="lt1"/>
              </a:buClr>
              <a:buSzPts val="4800"/>
              <a:buNone/>
              <a:defRPr>
                <a:solidFill>
                  <a:schemeClr val="lt1"/>
                </a:solidFill>
              </a:defRPr>
            </a:lvl6pPr>
            <a:lvl7pPr lvl="6">
              <a:spcBef>
                <a:spcPts val="0"/>
              </a:spcBef>
              <a:spcAft>
                <a:spcPts val="0"/>
              </a:spcAft>
              <a:buClr>
                <a:schemeClr val="lt1"/>
              </a:buClr>
              <a:buSzPts val="4800"/>
              <a:buNone/>
              <a:defRPr>
                <a:solidFill>
                  <a:schemeClr val="lt1"/>
                </a:solidFill>
              </a:defRPr>
            </a:lvl7pPr>
            <a:lvl8pPr lvl="7">
              <a:spcBef>
                <a:spcPts val="0"/>
              </a:spcBef>
              <a:spcAft>
                <a:spcPts val="0"/>
              </a:spcAft>
              <a:buClr>
                <a:schemeClr val="lt1"/>
              </a:buClr>
              <a:buSzPts val="4800"/>
              <a:buNone/>
              <a:defRPr>
                <a:solidFill>
                  <a:schemeClr val="lt1"/>
                </a:solidFill>
              </a:defRPr>
            </a:lvl8pPr>
            <a:lvl9pPr lvl="8">
              <a:spcBef>
                <a:spcPts val="0"/>
              </a:spcBef>
              <a:spcAft>
                <a:spcPts val="0"/>
              </a:spcAft>
              <a:buClr>
                <a:schemeClr val="lt1"/>
              </a:buClr>
              <a:buSzPts val="4800"/>
              <a:buNone/>
              <a:defRPr>
                <a:solidFill>
                  <a:schemeClr val="lt1"/>
                </a:solidFill>
              </a:defRPr>
            </a:lvl9pPr>
          </a:lstStyle>
          <a:p/>
        </p:txBody>
      </p:sp>
      <p:sp>
        <p:nvSpPr>
          <p:cNvPr id="162" name="Google Shape;162;p23"/>
          <p:cNvSpPr/>
          <p:nvPr>
            <p:ph idx="2" type="pic"/>
          </p:nvPr>
        </p:nvSpPr>
        <p:spPr>
          <a:xfrm>
            <a:off x="304767"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
        <p:nvSpPr>
          <p:cNvPr id="163" name="Google Shape;163;p23"/>
          <p:cNvSpPr/>
          <p:nvPr>
            <p:ph idx="3" type="pic"/>
          </p:nvPr>
        </p:nvSpPr>
        <p:spPr>
          <a:xfrm>
            <a:off x="2252859"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
        <p:nvSpPr>
          <p:cNvPr id="164" name="Google Shape;164;p23"/>
          <p:cNvSpPr/>
          <p:nvPr>
            <p:ph idx="4" type="pic"/>
          </p:nvPr>
        </p:nvSpPr>
        <p:spPr>
          <a:xfrm>
            <a:off x="4200952"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
        <p:nvSpPr>
          <p:cNvPr id="165" name="Google Shape;165;p23"/>
          <p:cNvSpPr/>
          <p:nvPr>
            <p:ph idx="5" type="pic"/>
          </p:nvPr>
        </p:nvSpPr>
        <p:spPr>
          <a:xfrm>
            <a:off x="6149045"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
        <p:nvSpPr>
          <p:cNvPr id="166" name="Google Shape;166;p23"/>
          <p:cNvSpPr/>
          <p:nvPr>
            <p:ph idx="6" type="pic"/>
          </p:nvPr>
        </p:nvSpPr>
        <p:spPr>
          <a:xfrm>
            <a:off x="8097139"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
        <p:nvSpPr>
          <p:cNvPr id="167" name="Google Shape;167;p23"/>
          <p:cNvSpPr/>
          <p:nvPr>
            <p:ph idx="7" type="pic"/>
          </p:nvPr>
        </p:nvSpPr>
        <p:spPr>
          <a:xfrm>
            <a:off x="10045232" y="2536835"/>
            <a:ext cx="1842000" cy="2139900"/>
          </a:xfrm>
          <a:prstGeom prst="roundRect">
            <a:avLst>
              <a:gd fmla="val 16667" name="adj"/>
            </a:avLst>
          </a:prstGeom>
          <a:noFill/>
          <a:ln cap="flat" cmpd="sng" w="25400">
            <a:solidFill>
              <a:srgbClr val="229FA1"/>
            </a:solidFill>
            <a:prstDash val="solid"/>
            <a:round/>
            <a:headEnd len="sm" w="sm" type="none"/>
            <a:tailEnd len="sm" w="sm"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2">
    <p:spTree>
      <p:nvGrpSpPr>
        <p:cNvPr id="168" name="Shape 168"/>
        <p:cNvGrpSpPr/>
        <p:nvPr/>
      </p:nvGrpSpPr>
      <p:grpSpPr>
        <a:xfrm>
          <a:off x="0" y="0"/>
          <a:ext cx="0" cy="0"/>
          <a:chOff x="0" y="0"/>
          <a:chExt cx="0" cy="0"/>
        </a:xfrm>
      </p:grpSpPr>
      <p:sp>
        <p:nvSpPr>
          <p:cNvPr id="169" name="Google Shape;169;p24"/>
          <p:cNvSpPr/>
          <p:nvPr/>
        </p:nvSpPr>
        <p:spPr>
          <a:xfrm>
            <a:off x="304800" y="4504400"/>
            <a:ext cx="6667500" cy="1691700"/>
          </a:xfrm>
          <a:prstGeom prst="roundRect">
            <a:avLst>
              <a:gd fmla="val 14288" name="adj"/>
            </a:avLst>
          </a:prstGeom>
          <a:no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0" name="Google Shape;170;p24"/>
          <p:cNvSpPr/>
          <p:nvPr/>
        </p:nvSpPr>
        <p:spPr>
          <a:xfrm>
            <a:off x="304800" y="298167"/>
            <a:ext cx="6667500" cy="1232700"/>
          </a:xfrm>
          <a:prstGeom prst="roundRect">
            <a:avLst>
              <a:gd fmla="val 19759" name="adj"/>
            </a:avLst>
          </a:prstGeom>
          <a:solidFill>
            <a:schemeClr val="accent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1" name="Google Shape;171;p24"/>
          <p:cNvSpPr/>
          <p:nvPr>
            <p:ph idx="2" type="pic"/>
          </p:nvPr>
        </p:nvSpPr>
        <p:spPr>
          <a:xfrm>
            <a:off x="7197525" y="298176"/>
            <a:ext cx="4755300" cy="5912100"/>
          </a:xfrm>
          <a:prstGeom prst="roundRect">
            <a:avLst>
              <a:gd fmla="val 16667" name="adj"/>
            </a:avLst>
          </a:prstGeom>
          <a:noFill/>
          <a:ln cap="flat" cmpd="sng" w="25400">
            <a:solidFill>
              <a:srgbClr val="229FA1"/>
            </a:solidFill>
            <a:prstDash val="solid"/>
            <a:round/>
            <a:headEnd len="sm" w="sm" type="none"/>
            <a:tailEnd len="sm" w="sm" type="none"/>
          </a:ln>
        </p:spPr>
      </p:sp>
      <p:sp>
        <p:nvSpPr>
          <p:cNvPr id="172" name="Google Shape;172;p24"/>
          <p:cNvSpPr/>
          <p:nvPr/>
        </p:nvSpPr>
        <p:spPr>
          <a:xfrm>
            <a:off x="304800" y="1700244"/>
            <a:ext cx="6667500" cy="1232700"/>
          </a:xfrm>
          <a:prstGeom prst="roundRect">
            <a:avLst>
              <a:gd fmla="val 19759" name="adj"/>
            </a:avLst>
          </a:prstGeom>
          <a:solidFill>
            <a:schemeClr val="accent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3" name="Google Shape;173;p24"/>
          <p:cNvSpPr/>
          <p:nvPr/>
        </p:nvSpPr>
        <p:spPr>
          <a:xfrm>
            <a:off x="304800" y="3102322"/>
            <a:ext cx="6667500" cy="1232700"/>
          </a:xfrm>
          <a:prstGeom prst="roundRect">
            <a:avLst>
              <a:gd fmla="val 19759" name="adj"/>
            </a:avLst>
          </a:prstGeom>
          <a:solidFill>
            <a:srgbClr val="229FA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4" name="Google Shape;174;p24"/>
          <p:cNvSpPr txBox="1"/>
          <p:nvPr>
            <p:ph idx="1" type="subTitle"/>
          </p:nvPr>
        </p:nvSpPr>
        <p:spPr>
          <a:xfrm>
            <a:off x="457200" y="298167"/>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accent4"/>
              </a:buClr>
              <a:buSzPts val="2400"/>
              <a:buNone/>
              <a:defRPr sz="2400">
                <a:solidFill>
                  <a:schemeClr val="accent4"/>
                </a:solidFill>
              </a:defRPr>
            </a:lvl1pPr>
            <a:lvl2pPr lvl="1">
              <a:spcBef>
                <a:spcPts val="0"/>
              </a:spcBef>
              <a:spcAft>
                <a:spcPts val="0"/>
              </a:spcAft>
              <a:buClr>
                <a:schemeClr val="accent4"/>
              </a:buClr>
              <a:buSzPts val="2400"/>
              <a:buNone/>
              <a:defRPr sz="2400">
                <a:solidFill>
                  <a:schemeClr val="accent4"/>
                </a:solidFill>
              </a:defRPr>
            </a:lvl2pPr>
            <a:lvl3pPr lvl="2">
              <a:spcBef>
                <a:spcPts val="0"/>
              </a:spcBef>
              <a:spcAft>
                <a:spcPts val="0"/>
              </a:spcAft>
              <a:buClr>
                <a:schemeClr val="accent4"/>
              </a:buClr>
              <a:buSzPts val="2400"/>
              <a:buNone/>
              <a:defRPr sz="2400">
                <a:solidFill>
                  <a:schemeClr val="accent4"/>
                </a:solidFill>
              </a:defRPr>
            </a:lvl3pPr>
            <a:lvl4pPr lvl="3">
              <a:spcBef>
                <a:spcPts val="0"/>
              </a:spcBef>
              <a:spcAft>
                <a:spcPts val="0"/>
              </a:spcAft>
              <a:buClr>
                <a:schemeClr val="accent4"/>
              </a:buClr>
              <a:buSzPts val="2400"/>
              <a:buNone/>
              <a:defRPr sz="2400">
                <a:solidFill>
                  <a:schemeClr val="accent4"/>
                </a:solidFill>
              </a:defRPr>
            </a:lvl4pPr>
            <a:lvl5pPr lvl="4">
              <a:spcBef>
                <a:spcPts val="0"/>
              </a:spcBef>
              <a:spcAft>
                <a:spcPts val="0"/>
              </a:spcAft>
              <a:buClr>
                <a:schemeClr val="accent4"/>
              </a:buClr>
              <a:buSzPts val="2400"/>
              <a:buNone/>
              <a:defRPr sz="2400">
                <a:solidFill>
                  <a:schemeClr val="accent4"/>
                </a:solidFill>
              </a:defRPr>
            </a:lvl5pPr>
            <a:lvl6pPr lvl="5">
              <a:spcBef>
                <a:spcPts val="0"/>
              </a:spcBef>
              <a:spcAft>
                <a:spcPts val="0"/>
              </a:spcAft>
              <a:buClr>
                <a:schemeClr val="accent4"/>
              </a:buClr>
              <a:buSzPts val="2400"/>
              <a:buNone/>
              <a:defRPr sz="2400">
                <a:solidFill>
                  <a:schemeClr val="accent4"/>
                </a:solidFill>
              </a:defRPr>
            </a:lvl6pPr>
            <a:lvl7pPr lvl="6">
              <a:spcBef>
                <a:spcPts val="0"/>
              </a:spcBef>
              <a:spcAft>
                <a:spcPts val="0"/>
              </a:spcAft>
              <a:buClr>
                <a:schemeClr val="accent4"/>
              </a:buClr>
              <a:buSzPts val="2400"/>
              <a:buNone/>
              <a:defRPr sz="2400">
                <a:solidFill>
                  <a:schemeClr val="accent4"/>
                </a:solidFill>
              </a:defRPr>
            </a:lvl7pPr>
            <a:lvl8pPr lvl="7">
              <a:spcBef>
                <a:spcPts val="0"/>
              </a:spcBef>
              <a:spcAft>
                <a:spcPts val="0"/>
              </a:spcAft>
              <a:buClr>
                <a:schemeClr val="accent4"/>
              </a:buClr>
              <a:buSzPts val="2400"/>
              <a:buNone/>
              <a:defRPr sz="2400">
                <a:solidFill>
                  <a:schemeClr val="accent4"/>
                </a:solidFill>
              </a:defRPr>
            </a:lvl8pPr>
            <a:lvl9pPr lvl="8">
              <a:spcBef>
                <a:spcPts val="0"/>
              </a:spcBef>
              <a:spcAft>
                <a:spcPts val="0"/>
              </a:spcAft>
              <a:buClr>
                <a:schemeClr val="accent4"/>
              </a:buClr>
              <a:buSzPts val="2400"/>
              <a:buNone/>
              <a:defRPr sz="2400">
                <a:solidFill>
                  <a:schemeClr val="accent4"/>
                </a:solidFill>
              </a:defRPr>
            </a:lvl9pPr>
          </a:lstStyle>
          <a:p/>
        </p:txBody>
      </p:sp>
      <p:sp>
        <p:nvSpPr>
          <p:cNvPr id="175" name="Google Shape;175;p24"/>
          <p:cNvSpPr txBox="1"/>
          <p:nvPr>
            <p:ph idx="3" type="body"/>
          </p:nvPr>
        </p:nvSpPr>
        <p:spPr>
          <a:xfrm>
            <a:off x="3321467" y="298167"/>
            <a:ext cx="36507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76" name="Google Shape;176;p24"/>
          <p:cNvSpPr txBox="1"/>
          <p:nvPr>
            <p:ph idx="4" type="subTitle"/>
          </p:nvPr>
        </p:nvSpPr>
        <p:spPr>
          <a:xfrm>
            <a:off x="457263" y="1700250"/>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177" name="Google Shape;177;p24"/>
          <p:cNvSpPr txBox="1"/>
          <p:nvPr>
            <p:ph idx="5" type="body"/>
          </p:nvPr>
        </p:nvSpPr>
        <p:spPr>
          <a:xfrm>
            <a:off x="3321533" y="1700250"/>
            <a:ext cx="36507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accent4"/>
              </a:buClr>
              <a:buSzPts val="1800"/>
              <a:buChar char="●"/>
              <a:defRPr>
                <a:solidFill>
                  <a:schemeClr val="accent4"/>
                </a:solidFill>
              </a:defRPr>
            </a:lvl1pPr>
            <a:lvl2pPr indent="-342900" lvl="1" marL="914400">
              <a:spcBef>
                <a:spcPts val="0"/>
              </a:spcBef>
              <a:spcAft>
                <a:spcPts val="0"/>
              </a:spcAft>
              <a:buClr>
                <a:schemeClr val="accent4"/>
              </a:buClr>
              <a:buSzPts val="1800"/>
              <a:buChar char="○"/>
              <a:defRPr>
                <a:solidFill>
                  <a:schemeClr val="accent4"/>
                </a:solidFill>
              </a:defRPr>
            </a:lvl2pPr>
            <a:lvl3pPr indent="-342900" lvl="2" marL="1371600">
              <a:spcBef>
                <a:spcPts val="0"/>
              </a:spcBef>
              <a:spcAft>
                <a:spcPts val="0"/>
              </a:spcAft>
              <a:buClr>
                <a:schemeClr val="accent4"/>
              </a:buClr>
              <a:buSzPts val="1800"/>
              <a:buChar char="■"/>
              <a:defRPr>
                <a:solidFill>
                  <a:schemeClr val="accent4"/>
                </a:solidFill>
              </a:defRPr>
            </a:lvl3pPr>
            <a:lvl4pPr indent="-342900" lvl="3" marL="1828800">
              <a:spcBef>
                <a:spcPts val="0"/>
              </a:spcBef>
              <a:spcAft>
                <a:spcPts val="0"/>
              </a:spcAft>
              <a:buClr>
                <a:schemeClr val="accent4"/>
              </a:buClr>
              <a:buSzPts val="1800"/>
              <a:buChar char="●"/>
              <a:defRPr>
                <a:solidFill>
                  <a:schemeClr val="accent4"/>
                </a:solidFill>
              </a:defRPr>
            </a:lvl4pPr>
            <a:lvl5pPr indent="-342900" lvl="4" marL="2286000">
              <a:spcBef>
                <a:spcPts val="0"/>
              </a:spcBef>
              <a:spcAft>
                <a:spcPts val="0"/>
              </a:spcAft>
              <a:buClr>
                <a:schemeClr val="accent4"/>
              </a:buClr>
              <a:buSzPts val="1800"/>
              <a:buChar char="○"/>
              <a:defRPr>
                <a:solidFill>
                  <a:schemeClr val="accent4"/>
                </a:solidFill>
              </a:defRPr>
            </a:lvl5pPr>
            <a:lvl6pPr indent="-342900" lvl="5" marL="2743200">
              <a:spcBef>
                <a:spcPts val="0"/>
              </a:spcBef>
              <a:spcAft>
                <a:spcPts val="0"/>
              </a:spcAft>
              <a:buClr>
                <a:schemeClr val="accent4"/>
              </a:buClr>
              <a:buSzPts val="1800"/>
              <a:buChar char="■"/>
              <a:defRPr>
                <a:solidFill>
                  <a:schemeClr val="accent4"/>
                </a:solidFill>
              </a:defRPr>
            </a:lvl6pPr>
            <a:lvl7pPr indent="-342900" lvl="6" marL="3200400">
              <a:spcBef>
                <a:spcPts val="0"/>
              </a:spcBef>
              <a:spcAft>
                <a:spcPts val="0"/>
              </a:spcAft>
              <a:buClr>
                <a:schemeClr val="accent4"/>
              </a:buClr>
              <a:buSzPts val="1800"/>
              <a:buChar char="●"/>
              <a:defRPr>
                <a:solidFill>
                  <a:schemeClr val="accent4"/>
                </a:solidFill>
              </a:defRPr>
            </a:lvl7pPr>
            <a:lvl8pPr indent="-342900" lvl="7" marL="3657600">
              <a:spcBef>
                <a:spcPts val="0"/>
              </a:spcBef>
              <a:spcAft>
                <a:spcPts val="0"/>
              </a:spcAft>
              <a:buClr>
                <a:schemeClr val="accent4"/>
              </a:buClr>
              <a:buSzPts val="1800"/>
              <a:buChar char="○"/>
              <a:defRPr>
                <a:solidFill>
                  <a:schemeClr val="accent4"/>
                </a:solidFill>
              </a:defRPr>
            </a:lvl8pPr>
            <a:lvl9pPr indent="-342900" lvl="8" marL="4114800">
              <a:spcBef>
                <a:spcPts val="0"/>
              </a:spcBef>
              <a:spcAft>
                <a:spcPts val="0"/>
              </a:spcAft>
              <a:buClr>
                <a:schemeClr val="accent4"/>
              </a:buClr>
              <a:buSzPts val="1800"/>
              <a:buChar char="■"/>
              <a:defRPr>
                <a:solidFill>
                  <a:schemeClr val="accent4"/>
                </a:solidFill>
              </a:defRPr>
            </a:lvl9pPr>
          </a:lstStyle>
          <a:p/>
        </p:txBody>
      </p:sp>
      <p:sp>
        <p:nvSpPr>
          <p:cNvPr id="178" name="Google Shape;178;p24"/>
          <p:cNvSpPr txBox="1"/>
          <p:nvPr>
            <p:ph idx="6" type="subTitle"/>
          </p:nvPr>
        </p:nvSpPr>
        <p:spPr>
          <a:xfrm>
            <a:off x="457263" y="3102333"/>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179" name="Google Shape;179;p24"/>
          <p:cNvSpPr txBox="1"/>
          <p:nvPr>
            <p:ph idx="7" type="body"/>
          </p:nvPr>
        </p:nvSpPr>
        <p:spPr>
          <a:xfrm>
            <a:off x="3321533" y="3102333"/>
            <a:ext cx="36507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80" name="Google Shape;180;p24"/>
          <p:cNvSpPr txBox="1"/>
          <p:nvPr>
            <p:ph type="title"/>
          </p:nvPr>
        </p:nvSpPr>
        <p:spPr>
          <a:xfrm>
            <a:off x="457200" y="4564967"/>
            <a:ext cx="4609500" cy="12984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Clr>
                <a:schemeClr val="lt1"/>
              </a:buClr>
              <a:buSzPts val="4800"/>
              <a:buNone/>
              <a:defRPr>
                <a:solidFill>
                  <a:schemeClr val="lt1"/>
                </a:solidFill>
              </a:defRPr>
            </a:lvl2pPr>
            <a:lvl3pPr lvl="2">
              <a:spcBef>
                <a:spcPts val="0"/>
              </a:spcBef>
              <a:spcAft>
                <a:spcPts val="0"/>
              </a:spcAft>
              <a:buClr>
                <a:schemeClr val="lt1"/>
              </a:buClr>
              <a:buSzPts val="4800"/>
              <a:buNone/>
              <a:defRPr>
                <a:solidFill>
                  <a:schemeClr val="lt1"/>
                </a:solidFill>
              </a:defRPr>
            </a:lvl3pPr>
            <a:lvl4pPr lvl="3">
              <a:spcBef>
                <a:spcPts val="0"/>
              </a:spcBef>
              <a:spcAft>
                <a:spcPts val="0"/>
              </a:spcAft>
              <a:buClr>
                <a:schemeClr val="lt1"/>
              </a:buClr>
              <a:buSzPts val="4800"/>
              <a:buNone/>
              <a:defRPr>
                <a:solidFill>
                  <a:schemeClr val="lt1"/>
                </a:solidFill>
              </a:defRPr>
            </a:lvl4pPr>
            <a:lvl5pPr lvl="4">
              <a:spcBef>
                <a:spcPts val="0"/>
              </a:spcBef>
              <a:spcAft>
                <a:spcPts val="0"/>
              </a:spcAft>
              <a:buClr>
                <a:schemeClr val="lt1"/>
              </a:buClr>
              <a:buSzPts val="4800"/>
              <a:buNone/>
              <a:defRPr>
                <a:solidFill>
                  <a:schemeClr val="lt1"/>
                </a:solidFill>
              </a:defRPr>
            </a:lvl5pPr>
            <a:lvl6pPr lvl="5">
              <a:spcBef>
                <a:spcPts val="0"/>
              </a:spcBef>
              <a:spcAft>
                <a:spcPts val="0"/>
              </a:spcAft>
              <a:buClr>
                <a:schemeClr val="lt1"/>
              </a:buClr>
              <a:buSzPts val="4800"/>
              <a:buNone/>
              <a:defRPr>
                <a:solidFill>
                  <a:schemeClr val="lt1"/>
                </a:solidFill>
              </a:defRPr>
            </a:lvl6pPr>
            <a:lvl7pPr lvl="6">
              <a:spcBef>
                <a:spcPts val="0"/>
              </a:spcBef>
              <a:spcAft>
                <a:spcPts val="0"/>
              </a:spcAft>
              <a:buClr>
                <a:schemeClr val="lt1"/>
              </a:buClr>
              <a:buSzPts val="4800"/>
              <a:buNone/>
              <a:defRPr>
                <a:solidFill>
                  <a:schemeClr val="lt1"/>
                </a:solidFill>
              </a:defRPr>
            </a:lvl7pPr>
            <a:lvl8pPr lvl="7">
              <a:spcBef>
                <a:spcPts val="0"/>
              </a:spcBef>
              <a:spcAft>
                <a:spcPts val="0"/>
              </a:spcAft>
              <a:buClr>
                <a:schemeClr val="lt1"/>
              </a:buClr>
              <a:buSzPts val="4800"/>
              <a:buNone/>
              <a:defRPr>
                <a:solidFill>
                  <a:schemeClr val="lt1"/>
                </a:solidFill>
              </a:defRPr>
            </a:lvl8pPr>
            <a:lvl9pPr lvl="8">
              <a:spcBef>
                <a:spcPts val="0"/>
              </a:spcBef>
              <a:spcAft>
                <a:spcPts val="0"/>
              </a:spcAft>
              <a:buClr>
                <a:schemeClr val="lt1"/>
              </a:buClr>
              <a:buSzPts val="4800"/>
              <a:buNone/>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eration slide">
  <p:cSld name="CUSTOM_12">
    <p:spTree>
      <p:nvGrpSpPr>
        <p:cNvPr id="181" name="Shape 181"/>
        <p:cNvGrpSpPr/>
        <p:nvPr/>
      </p:nvGrpSpPr>
      <p:grpSpPr>
        <a:xfrm>
          <a:off x="0" y="0"/>
          <a:ext cx="0" cy="0"/>
          <a:chOff x="0" y="0"/>
          <a:chExt cx="0" cy="0"/>
        </a:xfrm>
      </p:grpSpPr>
      <p:sp>
        <p:nvSpPr>
          <p:cNvPr id="182" name="Google Shape;182;p25"/>
          <p:cNvSpPr/>
          <p:nvPr/>
        </p:nvSpPr>
        <p:spPr>
          <a:xfrm>
            <a:off x="304800" y="4504400"/>
            <a:ext cx="11582400" cy="1660500"/>
          </a:xfrm>
          <a:prstGeom prst="roundRect">
            <a:avLst>
              <a:gd fmla="val 14288" name="adj"/>
            </a:avLst>
          </a:prstGeom>
          <a:no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83" name="Google Shape;183;p25"/>
          <p:cNvSpPr/>
          <p:nvPr/>
        </p:nvSpPr>
        <p:spPr>
          <a:xfrm>
            <a:off x="304800" y="298167"/>
            <a:ext cx="5714700" cy="1232700"/>
          </a:xfrm>
          <a:prstGeom prst="roundRect">
            <a:avLst>
              <a:gd fmla="val 19759" name="adj"/>
            </a:avLst>
          </a:prstGeom>
          <a:solidFill>
            <a:schemeClr val="accent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accent4"/>
              </a:solidFill>
            </a:endParaRPr>
          </a:p>
        </p:txBody>
      </p:sp>
      <p:sp>
        <p:nvSpPr>
          <p:cNvPr id="184" name="Google Shape;184;p25"/>
          <p:cNvSpPr/>
          <p:nvPr/>
        </p:nvSpPr>
        <p:spPr>
          <a:xfrm>
            <a:off x="304800" y="1700244"/>
            <a:ext cx="5714700" cy="1232700"/>
          </a:xfrm>
          <a:prstGeom prst="roundRect">
            <a:avLst>
              <a:gd fmla="val 19759" name="adj"/>
            </a:avLst>
          </a:prstGeom>
          <a:solidFill>
            <a:schemeClr val="accent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85" name="Google Shape;185;p25"/>
          <p:cNvSpPr/>
          <p:nvPr/>
        </p:nvSpPr>
        <p:spPr>
          <a:xfrm>
            <a:off x="304800" y="3102322"/>
            <a:ext cx="5714700" cy="1232700"/>
          </a:xfrm>
          <a:prstGeom prst="roundRect">
            <a:avLst>
              <a:gd fmla="val 19759" name="adj"/>
            </a:avLst>
          </a:prstGeom>
          <a:solidFill>
            <a:srgbClr val="229FA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86" name="Google Shape;186;p25"/>
          <p:cNvSpPr txBox="1"/>
          <p:nvPr>
            <p:ph type="title"/>
          </p:nvPr>
        </p:nvSpPr>
        <p:spPr>
          <a:xfrm>
            <a:off x="461000" y="4564950"/>
            <a:ext cx="5558400" cy="12984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Clr>
                <a:schemeClr val="lt1"/>
              </a:buClr>
              <a:buSzPts val="4800"/>
              <a:buNone/>
              <a:defRPr>
                <a:solidFill>
                  <a:schemeClr val="lt1"/>
                </a:solidFill>
              </a:defRPr>
            </a:lvl2pPr>
            <a:lvl3pPr lvl="2">
              <a:spcBef>
                <a:spcPts val="0"/>
              </a:spcBef>
              <a:spcAft>
                <a:spcPts val="0"/>
              </a:spcAft>
              <a:buClr>
                <a:schemeClr val="lt1"/>
              </a:buClr>
              <a:buSzPts val="4800"/>
              <a:buNone/>
              <a:defRPr>
                <a:solidFill>
                  <a:schemeClr val="lt1"/>
                </a:solidFill>
              </a:defRPr>
            </a:lvl3pPr>
            <a:lvl4pPr lvl="3">
              <a:spcBef>
                <a:spcPts val="0"/>
              </a:spcBef>
              <a:spcAft>
                <a:spcPts val="0"/>
              </a:spcAft>
              <a:buClr>
                <a:schemeClr val="lt1"/>
              </a:buClr>
              <a:buSzPts val="4800"/>
              <a:buNone/>
              <a:defRPr>
                <a:solidFill>
                  <a:schemeClr val="lt1"/>
                </a:solidFill>
              </a:defRPr>
            </a:lvl4pPr>
            <a:lvl5pPr lvl="4">
              <a:spcBef>
                <a:spcPts val="0"/>
              </a:spcBef>
              <a:spcAft>
                <a:spcPts val="0"/>
              </a:spcAft>
              <a:buClr>
                <a:schemeClr val="lt1"/>
              </a:buClr>
              <a:buSzPts val="4800"/>
              <a:buNone/>
              <a:defRPr>
                <a:solidFill>
                  <a:schemeClr val="lt1"/>
                </a:solidFill>
              </a:defRPr>
            </a:lvl5pPr>
            <a:lvl6pPr lvl="5">
              <a:spcBef>
                <a:spcPts val="0"/>
              </a:spcBef>
              <a:spcAft>
                <a:spcPts val="0"/>
              </a:spcAft>
              <a:buClr>
                <a:schemeClr val="lt1"/>
              </a:buClr>
              <a:buSzPts val="4800"/>
              <a:buNone/>
              <a:defRPr>
                <a:solidFill>
                  <a:schemeClr val="lt1"/>
                </a:solidFill>
              </a:defRPr>
            </a:lvl6pPr>
            <a:lvl7pPr lvl="6">
              <a:spcBef>
                <a:spcPts val="0"/>
              </a:spcBef>
              <a:spcAft>
                <a:spcPts val="0"/>
              </a:spcAft>
              <a:buClr>
                <a:schemeClr val="lt1"/>
              </a:buClr>
              <a:buSzPts val="4800"/>
              <a:buNone/>
              <a:defRPr>
                <a:solidFill>
                  <a:schemeClr val="lt1"/>
                </a:solidFill>
              </a:defRPr>
            </a:lvl7pPr>
            <a:lvl8pPr lvl="7">
              <a:spcBef>
                <a:spcPts val="0"/>
              </a:spcBef>
              <a:spcAft>
                <a:spcPts val="0"/>
              </a:spcAft>
              <a:buClr>
                <a:schemeClr val="lt1"/>
              </a:buClr>
              <a:buSzPts val="4800"/>
              <a:buNone/>
              <a:defRPr>
                <a:solidFill>
                  <a:schemeClr val="lt1"/>
                </a:solidFill>
              </a:defRPr>
            </a:lvl8pPr>
            <a:lvl9pPr lvl="8">
              <a:spcBef>
                <a:spcPts val="0"/>
              </a:spcBef>
              <a:spcAft>
                <a:spcPts val="0"/>
              </a:spcAft>
              <a:buClr>
                <a:schemeClr val="lt1"/>
              </a:buClr>
              <a:buSzPts val="4800"/>
              <a:buNone/>
              <a:defRPr>
                <a:solidFill>
                  <a:schemeClr val="lt1"/>
                </a:solidFill>
              </a:defRPr>
            </a:lvl9pPr>
          </a:lstStyle>
          <a:p/>
        </p:txBody>
      </p:sp>
      <p:sp>
        <p:nvSpPr>
          <p:cNvPr id="187" name="Google Shape;187;p25"/>
          <p:cNvSpPr txBox="1"/>
          <p:nvPr>
            <p:ph idx="1" type="subTitle"/>
          </p:nvPr>
        </p:nvSpPr>
        <p:spPr>
          <a:xfrm>
            <a:off x="457200" y="298167"/>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accent4"/>
              </a:buClr>
              <a:buSzPts val="2400"/>
              <a:buNone/>
              <a:defRPr sz="2400">
                <a:solidFill>
                  <a:schemeClr val="accent4"/>
                </a:solidFill>
              </a:defRPr>
            </a:lvl1pPr>
            <a:lvl2pPr lvl="1">
              <a:spcBef>
                <a:spcPts val="0"/>
              </a:spcBef>
              <a:spcAft>
                <a:spcPts val="0"/>
              </a:spcAft>
              <a:buClr>
                <a:schemeClr val="accent4"/>
              </a:buClr>
              <a:buSzPts val="2400"/>
              <a:buNone/>
              <a:defRPr sz="2400">
                <a:solidFill>
                  <a:schemeClr val="accent4"/>
                </a:solidFill>
              </a:defRPr>
            </a:lvl2pPr>
            <a:lvl3pPr lvl="2">
              <a:spcBef>
                <a:spcPts val="0"/>
              </a:spcBef>
              <a:spcAft>
                <a:spcPts val="0"/>
              </a:spcAft>
              <a:buClr>
                <a:schemeClr val="accent4"/>
              </a:buClr>
              <a:buSzPts val="2400"/>
              <a:buNone/>
              <a:defRPr sz="2400">
                <a:solidFill>
                  <a:schemeClr val="accent4"/>
                </a:solidFill>
              </a:defRPr>
            </a:lvl3pPr>
            <a:lvl4pPr lvl="3">
              <a:spcBef>
                <a:spcPts val="0"/>
              </a:spcBef>
              <a:spcAft>
                <a:spcPts val="0"/>
              </a:spcAft>
              <a:buClr>
                <a:schemeClr val="accent4"/>
              </a:buClr>
              <a:buSzPts val="2400"/>
              <a:buNone/>
              <a:defRPr sz="2400">
                <a:solidFill>
                  <a:schemeClr val="accent4"/>
                </a:solidFill>
              </a:defRPr>
            </a:lvl4pPr>
            <a:lvl5pPr lvl="4">
              <a:spcBef>
                <a:spcPts val="0"/>
              </a:spcBef>
              <a:spcAft>
                <a:spcPts val="0"/>
              </a:spcAft>
              <a:buClr>
                <a:schemeClr val="accent4"/>
              </a:buClr>
              <a:buSzPts val="2400"/>
              <a:buNone/>
              <a:defRPr sz="2400">
                <a:solidFill>
                  <a:schemeClr val="accent4"/>
                </a:solidFill>
              </a:defRPr>
            </a:lvl5pPr>
            <a:lvl6pPr lvl="5">
              <a:spcBef>
                <a:spcPts val="0"/>
              </a:spcBef>
              <a:spcAft>
                <a:spcPts val="0"/>
              </a:spcAft>
              <a:buClr>
                <a:schemeClr val="accent4"/>
              </a:buClr>
              <a:buSzPts val="2400"/>
              <a:buNone/>
              <a:defRPr sz="2400">
                <a:solidFill>
                  <a:schemeClr val="accent4"/>
                </a:solidFill>
              </a:defRPr>
            </a:lvl6pPr>
            <a:lvl7pPr lvl="6">
              <a:spcBef>
                <a:spcPts val="0"/>
              </a:spcBef>
              <a:spcAft>
                <a:spcPts val="0"/>
              </a:spcAft>
              <a:buClr>
                <a:schemeClr val="accent4"/>
              </a:buClr>
              <a:buSzPts val="2400"/>
              <a:buNone/>
              <a:defRPr sz="2400">
                <a:solidFill>
                  <a:schemeClr val="accent4"/>
                </a:solidFill>
              </a:defRPr>
            </a:lvl7pPr>
            <a:lvl8pPr lvl="7">
              <a:spcBef>
                <a:spcPts val="0"/>
              </a:spcBef>
              <a:spcAft>
                <a:spcPts val="0"/>
              </a:spcAft>
              <a:buClr>
                <a:schemeClr val="accent4"/>
              </a:buClr>
              <a:buSzPts val="2400"/>
              <a:buNone/>
              <a:defRPr sz="2400">
                <a:solidFill>
                  <a:schemeClr val="accent4"/>
                </a:solidFill>
              </a:defRPr>
            </a:lvl8pPr>
            <a:lvl9pPr lvl="8">
              <a:spcBef>
                <a:spcPts val="0"/>
              </a:spcBef>
              <a:spcAft>
                <a:spcPts val="0"/>
              </a:spcAft>
              <a:buClr>
                <a:schemeClr val="accent4"/>
              </a:buClr>
              <a:buSzPts val="2400"/>
              <a:buNone/>
              <a:defRPr sz="2400">
                <a:solidFill>
                  <a:schemeClr val="accent4"/>
                </a:solidFill>
              </a:defRPr>
            </a:lvl9pPr>
          </a:lstStyle>
          <a:p/>
        </p:txBody>
      </p:sp>
      <p:sp>
        <p:nvSpPr>
          <p:cNvPr id="188" name="Google Shape;188;p25"/>
          <p:cNvSpPr txBox="1"/>
          <p:nvPr>
            <p:ph idx="2" type="body"/>
          </p:nvPr>
        </p:nvSpPr>
        <p:spPr>
          <a:xfrm>
            <a:off x="2890369" y="298167"/>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accent4"/>
              </a:buClr>
              <a:buSzPts val="1800"/>
              <a:buChar char="●"/>
              <a:defRPr>
                <a:solidFill>
                  <a:schemeClr val="accent4"/>
                </a:solidFill>
              </a:defRPr>
            </a:lvl1pPr>
            <a:lvl2pPr indent="-342900" lvl="1" marL="914400">
              <a:spcBef>
                <a:spcPts val="0"/>
              </a:spcBef>
              <a:spcAft>
                <a:spcPts val="0"/>
              </a:spcAft>
              <a:buClr>
                <a:schemeClr val="accent4"/>
              </a:buClr>
              <a:buSzPts val="1800"/>
              <a:buChar char="○"/>
              <a:defRPr>
                <a:solidFill>
                  <a:schemeClr val="accent4"/>
                </a:solidFill>
              </a:defRPr>
            </a:lvl2pPr>
            <a:lvl3pPr indent="-342900" lvl="2" marL="1371600">
              <a:spcBef>
                <a:spcPts val="0"/>
              </a:spcBef>
              <a:spcAft>
                <a:spcPts val="0"/>
              </a:spcAft>
              <a:buClr>
                <a:schemeClr val="accent4"/>
              </a:buClr>
              <a:buSzPts val="1800"/>
              <a:buChar char="■"/>
              <a:defRPr>
                <a:solidFill>
                  <a:schemeClr val="accent4"/>
                </a:solidFill>
              </a:defRPr>
            </a:lvl3pPr>
            <a:lvl4pPr indent="-342900" lvl="3" marL="1828800">
              <a:spcBef>
                <a:spcPts val="0"/>
              </a:spcBef>
              <a:spcAft>
                <a:spcPts val="0"/>
              </a:spcAft>
              <a:buClr>
                <a:schemeClr val="accent4"/>
              </a:buClr>
              <a:buSzPts val="1800"/>
              <a:buChar char="●"/>
              <a:defRPr>
                <a:solidFill>
                  <a:schemeClr val="accent4"/>
                </a:solidFill>
              </a:defRPr>
            </a:lvl4pPr>
            <a:lvl5pPr indent="-342900" lvl="4" marL="2286000">
              <a:spcBef>
                <a:spcPts val="0"/>
              </a:spcBef>
              <a:spcAft>
                <a:spcPts val="0"/>
              </a:spcAft>
              <a:buClr>
                <a:schemeClr val="accent4"/>
              </a:buClr>
              <a:buSzPts val="1800"/>
              <a:buChar char="○"/>
              <a:defRPr>
                <a:solidFill>
                  <a:schemeClr val="accent4"/>
                </a:solidFill>
              </a:defRPr>
            </a:lvl5pPr>
            <a:lvl6pPr indent="-342900" lvl="5" marL="2743200">
              <a:spcBef>
                <a:spcPts val="0"/>
              </a:spcBef>
              <a:spcAft>
                <a:spcPts val="0"/>
              </a:spcAft>
              <a:buClr>
                <a:schemeClr val="accent4"/>
              </a:buClr>
              <a:buSzPts val="1800"/>
              <a:buChar char="■"/>
              <a:defRPr>
                <a:solidFill>
                  <a:schemeClr val="accent4"/>
                </a:solidFill>
              </a:defRPr>
            </a:lvl6pPr>
            <a:lvl7pPr indent="-342900" lvl="6" marL="3200400">
              <a:spcBef>
                <a:spcPts val="0"/>
              </a:spcBef>
              <a:spcAft>
                <a:spcPts val="0"/>
              </a:spcAft>
              <a:buClr>
                <a:schemeClr val="accent4"/>
              </a:buClr>
              <a:buSzPts val="1800"/>
              <a:buChar char="●"/>
              <a:defRPr>
                <a:solidFill>
                  <a:schemeClr val="accent4"/>
                </a:solidFill>
              </a:defRPr>
            </a:lvl7pPr>
            <a:lvl8pPr indent="-342900" lvl="7" marL="3657600">
              <a:spcBef>
                <a:spcPts val="0"/>
              </a:spcBef>
              <a:spcAft>
                <a:spcPts val="0"/>
              </a:spcAft>
              <a:buClr>
                <a:schemeClr val="accent4"/>
              </a:buClr>
              <a:buSzPts val="1800"/>
              <a:buChar char="○"/>
              <a:defRPr>
                <a:solidFill>
                  <a:schemeClr val="accent4"/>
                </a:solidFill>
              </a:defRPr>
            </a:lvl8pPr>
            <a:lvl9pPr indent="-342900" lvl="8" marL="4114800">
              <a:spcBef>
                <a:spcPts val="0"/>
              </a:spcBef>
              <a:spcAft>
                <a:spcPts val="0"/>
              </a:spcAft>
              <a:buClr>
                <a:schemeClr val="accent4"/>
              </a:buClr>
              <a:buSzPts val="1800"/>
              <a:buChar char="■"/>
              <a:defRPr>
                <a:solidFill>
                  <a:schemeClr val="accent4"/>
                </a:solidFill>
              </a:defRPr>
            </a:lvl9pPr>
          </a:lstStyle>
          <a:p/>
        </p:txBody>
      </p:sp>
      <p:sp>
        <p:nvSpPr>
          <p:cNvPr id="189" name="Google Shape;189;p25"/>
          <p:cNvSpPr txBox="1"/>
          <p:nvPr>
            <p:ph idx="3" type="subTitle"/>
          </p:nvPr>
        </p:nvSpPr>
        <p:spPr>
          <a:xfrm>
            <a:off x="457263" y="1700250"/>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190" name="Google Shape;190;p25"/>
          <p:cNvSpPr txBox="1"/>
          <p:nvPr>
            <p:ph idx="4" type="body"/>
          </p:nvPr>
        </p:nvSpPr>
        <p:spPr>
          <a:xfrm>
            <a:off x="2890426" y="1700250"/>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91" name="Google Shape;191;p25"/>
          <p:cNvSpPr txBox="1"/>
          <p:nvPr>
            <p:ph idx="5" type="subTitle"/>
          </p:nvPr>
        </p:nvSpPr>
        <p:spPr>
          <a:xfrm>
            <a:off x="457263" y="3102333"/>
            <a:ext cx="27045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192" name="Google Shape;192;p25"/>
          <p:cNvSpPr txBox="1"/>
          <p:nvPr>
            <p:ph idx="6" type="body"/>
          </p:nvPr>
        </p:nvSpPr>
        <p:spPr>
          <a:xfrm>
            <a:off x="2890426" y="3102333"/>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193" name="Google Shape;193;p25"/>
          <p:cNvSpPr/>
          <p:nvPr/>
        </p:nvSpPr>
        <p:spPr>
          <a:xfrm>
            <a:off x="6180183" y="298183"/>
            <a:ext cx="5714700" cy="1232700"/>
          </a:xfrm>
          <a:prstGeom prst="roundRect">
            <a:avLst>
              <a:gd fmla="val 19759" name="adj"/>
            </a:avLst>
          </a:prstGeom>
          <a:solidFill>
            <a:schemeClr val="accent5"/>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accent4"/>
              </a:solidFill>
            </a:endParaRPr>
          </a:p>
        </p:txBody>
      </p:sp>
      <p:sp>
        <p:nvSpPr>
          <p:cNvPr id="194" name="Google Shape;194;p25"/>
          <p:cNvSpPr/>
          <p:nvPr/>
        </p:nvSpPr>
        <p:spPr>
          <a:xfrm>
            <a:off x="6180183" y="1700261"/>
            <a:ext cx="5714700" cy="1232700"/>
          </a:xfrm>
          <a:prstGeom prst="roundRect">
            <a:avLst>
              <a:gd fmla="val 19759" name="adj"/>
            </a:avLst>
          </a:prstGeom>
          <a:solidFill>
            <a:schemeClr val="accent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95" name="Google Shape;195;p25"/>
          <p:cNvSpPr/>
          <p:nvPr/>
        </p:nvSpPr>
        <p:spPr>
          <a:xfrm>
            <a:off x="6180183" y="3102339"/>
            <a:ext cx="5714700" cy="1232700"/>
          </a:xfrm>
          <a:prstGeom prst="roundRect">
            <a:avLst>
              <a:gd fmla="val 19759" name="adj"/>
            </a:avLst>
          </a:prstGeom>
          <a:solidFill>
            <a:srgbClr val="229FA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96" name="Google Shape;196;p25"/>
          <p:cNvSpPr txBox="1"/>
          <p:nvPr>
            <p:ph idx="7" type="subTitle"/>
          </p:nvPr>
        </p:nvSpPr>
        <p:spPr>
          <a:xfrm>
            <a:off x="6333133" y="298200"/>
            <a:ext cx="25443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accent4"/>
              </a:buClr>
              <a:buSzPts val="2400"/>
              <a:buNone/>
              <a:defRPr sz="2400">
                <a:solidFill>
                  <a:schemeClr val="accent4"/>
                </a:solidFill>
              </a:defRPr>
            </a:lvl1pPr>
            <a:lvl2pPr lvl="1">
              <a:spcBef>
                <a:spcPts val="0"/>
              </a:spcBef>
              <a:spcAft>
                <a:spcPts val="0"/>
              </a:spcAft>
              <a:buClr>
                <a:schemeClr val="accent4"/>
              </a:buClr>
              <a:buSzPts val="2400"/>
              <a:buNone/>
              <a:defRPr sz="2400">
                <a:solidFill>
                  <a:schemeClr val="accent4"/>
                </a:solidFill>
              </a:defRPr>
            </a:lvl2pPr>
            <a:lvl3pPr lvl="2">
              <a:spcBef>
                <a:spcPts val="0"/>
              </a:spcBef>
              <a:spcAft>
                <a:spcPts val="0"/>
              </a:spcAft>
              <a:buClr>
                <a:schemeClr val="accent4"/>
              </a:buClr>
              <a:buSzPts val="2400"/>
              <a:buNone/>
              <a:defRPr sz="2400">
                <a:solidFill>
                  <a:schemeClr val="accent4"/>
                </a:solidFill>
              </a:defRPr>
            </a:lvl3pPr>
            <a:lvl4pPr lvl="3">
              <a:spcBef>
                <a:spcPts val="0"/>
              </a:spcBef>
              <a:spcAft>
                <a:spcPts val="0"/>
              </a:spcAft>
              <a:buClr>
                <a:schemeClr val="accent4"/>
              </a:buClr>
              <a:buSzPts val="2400"/>
              <a:buNone/>
              <a:defRPr sz="2400">
                <a:solidFill>
                  <a:schemeClr val="accent4"/>
                </a:solidFill>
              </a:defRPr>
            </a:lvl4pPr>
            <a:lvl5pPr lvl="4">
              <a:spcBef>
                <a:spcPts val="0"/>
              </a:spcBef>
              <a:spcAft>
                <a:spcPts val="0"/>
              </a:spcAft>
              <a:buClr>
                <a:schemeClr val="accent4"/>
              </a:buClr>
              <a:buSzPts val="2400"/>
              <a:buNone/>
              <a:defRPr sz="2400">
                <a:solidFill>
                  <a:schemeClr val="accent4"/>
                </a:solidFill>
              </a:defRPr>
            </a:lvl5pPr>
            <a:lvl6pPr lvl="5">
              <a:spcBef>
                <a:spcPts val="0"/>
              </a:spcBef>
              <a:spcAft>
                <a:spcPts val="0"/>
              </a:spcAft>
              <a:buClr>
                <a:schemeClr val="accent4"/>
              </a:buClr>
              <a:buSzPts val="2400"/>
              <a:buNone/>
              <a:defRPr sz="2400">
                <a:solidFill>
                  <a:schemeClr val="accent4"/>
                </a:solidFill>
              </a:defRPr>
            </a:lvl6pPr>
            <a:lvl7pPr lvl="6">
              <a:spcBef>
                <a:spcPts val="0"/>
              </a:spcBef>
              <a:spcAft>
                <a:spcPts val="0"/>
              </a:spcAft>
              <a:buClr>
                <a:schemeClr val="accent4"/>
              </a:buClr>
              <a:buSzPts val="2400"/>
              <a:buNone/>
              <a:defRPr sz="2400">
                <a:solidFill>
                  <a:schemeClr val="accent4"/>
                </a:solidFill>
              </a:defRPr>
            </a:lvl7pPr>
            <a:lvl8pPr lvl="7">
              <a:spcBef>
                <a:spcPts val="0"/>
              </a:spcBef>
              <a:spcAft>
                <a:spcPts val="0"/>
              </a:spcAft>
              <a:buClr>
                <a:schemeClr val="accent4"/>
              </a:buClr>
              <a:buSzPts val="2400"/>
              <a:buNone/>
              <a:defRPr sz="2400">
                <a:solidFill>
                  <a:schemeClr val="accent4"/>
                </a:solidFill>
              </a:defRPr>
            </a:lvl8pPr>
            <a:lvl9pPr lvl="8">
              <a:spcBef>
                <a:spcPts val="0"/>
              </a:spcBef>
              <a:spcAft>
                <a:spcPts val="0"/>
              </a:spcAft>
              <a:buClr>
                <a:schemeClr val="accent4"/>
              </a:buClr>
              <a:buSzPts val="2400"/>
              <a:buNone/>
              <a:defRPr sz="2400">
                <a:solidFill>
                  <a:schemeClr val="accent4"/>
                </a:solidFill>
              </a:defRPr>
            </a:lvl9pPr>
          </a:lstStyle>
          <a:p/>
        </p:txBody>
      </p:sp>
      <p:sp>
        <p:nvSpPr>
          <p:cNvPr id="197" name="Google Shape;197;p25"/>
          <p:cNvSpPr txBox="1"/>
          <p:nvPr>
            <p:ph idx="8" type="body"/>
          </p:nvPr>
        </p:nvSpPr>
        <p:spPr>
          <a:xfrm>
            <a:off x="8765753" y="298183"/>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accent4"/>
              </a:buClr>
              <a:buSzPts val="1800"/>
              <a:buChar char="●"/>
              <a:defRPr>
                <a:solidFill>
                  <a:schemeClr val="accent4"/>
                </a:solidFill>
              </a:defRPr>
            </a:lvl1pPr>
            <a:lvl2pPr indent="-342900" lvl="1" marL="914400">
              <a:spcBef>
                <a:spcPts val="0"/>
              </a:spcBef>
              <a:spcAft>
                <a:spcPts val="0"/>
              </a:spcAft>
              <a:buClr>
                <a:schemeClr val="accent4"/>
              </a:buClr>
              <a:buSzPts val="1800"/>
              <a:buChar char="○"/>
              <a:defRPr>
                <a:solidFill>
                  <a:schemeClr val="accent4"/>
                </a:solidFill>
              </a:defRPr>
            </a:lvl2pPr>
            <a:lvl3pPr indent="-342900" lvl="2" marL="1371600">
              <a:spcBef>
                <a:spcPts val="0"/>
              </a:spcBef>
              <a:spcAft>
                <a:spcPts val="0"/>
              </a:spcAft>
              <a:buClr>
                <a:schemeClr val="accent4"/>
              </a:buClr>
              <a:buSzPts val="1800"/>
              <a:buChar char="■"/>
              <a:defRPr>
                <a:solidFill>
                  <a:schemeClr val="accent4"/>
                </a:solidFill>
              </a:defRPr>
            </a:lvl3pPr>
            <a:lvl4pPr indent="-342900" lvl="3" marL="1828800">
              <a:spcBef>
                <a:spcPts val="0"/>
              </a:spcBef>
              <a:spcAft>
                <a:spcPts val="0"/>
              </a:spcAft>
              <a:buClr>
                <a:schemeClr val="accent4"/>
              </a:buClr>
              <a:buSzPts val="1800"/>
              <a:buChar char="●"/>
              <a:defRPr>
                <a:solidFill>
                  <a:schemeClr val="accent4"/>
                </a:solidFill>
              </a:defRPr>
            </a:lvl4pPr>
            <a:lvl5pPr indent="-342900" lvl="4" marL="2286000">
              <a:spcBef>
                <a:spcPts val="0"/>
              </a:spcBef>
              <a:spcAft>
                <a:spcPts val="0"/>
              </a:spcAft>
              <a:buClr>
                <a:schemeClr val="accent4"/>
              </a:buClr>
              <a:buSzPts val="1800"/>
              <a:buChar char="○"/>
              <a:defRPr>
                <a:solidFill>
                  <a:schemeClr val="accent4"/>
                </a:solidFill>
              </a:defRPr>
            </a:lvl5pPr>
            <a:lvl6pPr indent="-342900" lvl="5" marL="2743200">
              <a:spcBef>
                <a:spcPts val="0"/>
              </a:spcBef>
              <a:spcAft>
                <a:spcPts val="0"/>
              </a:spcAft>
              <a:buClr>
                <a:schemeClr val="accent4"/>
              </a:buClr>
              <a:buSzPts val="1800"/>
              <a:buChar char="■"/>
              <a:defRPr>
                <a:solidFill>
                  <a:schemeClr val="accent4"/>
                </a:solidFill>
              </a:defRPr>
            </a:lvl6pPr>
            <a:lvl7pPr indent="-342900" lvl="6" marL="3200400">
              <a:spcBef>
                <a:spcPts val="0"/>
              </a:spcBef>
              <a:spcAft>
                <a:spcPts val="0"/>
              </a:spcAft>
              <a:buClr>
                <a:schemeClr val="accent4"/>
              </a:buClr>
              <a:buSzPts val="1800"/>
              <a:buChar char="●"/>
              <a:defRPr>
                <a:solidFill>
                  <a:schemeClr val="accent4"/>
                </a:solidFill>
              </a:defRPr>
            </a:lvl7pPr>
            <a:lvl8pPr indent="-342900" lvl="7" marL="3657600">
              <a:spcBef>
                <a:spcPts val="0"/>
              </a:spcBef>
              <a:spcAft>
                <a:spcPts val="0"/>
              </a:spcAft>
              <a:buClr>
                <a:schemeClr val="accent4"/>
              </a:buClr>
              <a:buSzPts val="1800"/>
              <a:buChar char="○"/>
              <a:defRPr>
                <a:solidFill>
                  <a:schemeClr val="accent4"/>
                </a:solidFill>
              </a:defRPr>
            </a:lvl8pPr>
            <a:lvl9pPr indent="-342900" lvl="8" marL="4114800">
              <a:spcBef>
                <a:spcPts val="0"/>
              </a:spcBef>
              <a:spcAft>
                <a:spcPts val="0"/>
              </a:spcAft>
              <a:buClr>
                <a:schemeClr val="accent4"/>
              </a:buClr>
              <a:buSzPts val="1800"/>
              <a:buChar char="■"/>
              <a:defRPr>
                <a:solidFill>
                  <a:schemeClr val="accent4"/>
                </a:solidFill>
              </a:defRPr>
            </a:lvl9pPr>
          </a:lstStyle>
          <a:p/>
        </p:txBody>
      </p:sp>
      <p:sp>
        <p:nvSpPr>
          <p:cNvPr id="198" name="Google Shape;198;p25"/>
          <p:cNvSpPr txBox="1"/>
          <p:nvPr>
            <p:ph idx="9" type="subTitle"/>
          </p:nvPr>
        </p:nvSpPr>
        <p:spPr>
          <a:xfrm>
            <a:off x="6333193" y="1700283"/>
            <a:ext cx="25443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199" name="Google Shape;199;p25"/>
          <p:cNvSpPr txBox="1"/>
          <p:nvPr>
            <p:ph idx="13" type="body"/>
          </p:nvPr>
        </p:nvSpPr>
        <p:spPr>
          <a:xfrm>
            <a:off x="8765810" y="1700267"/>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200" name="Google Shape;200;p25"/>
          <p:cNvSpPr txBox="1"/>
          <p:nvPr>
            <p:ph idx="14" type="subTitle"/>
          </p:nvPr>
        </p:nvSpPr>
        <p:spPr>
          <a:xfrm>
            <a:off x="6333193" y="3102367"/>
            <a:ext cx="2544300" cy="12327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201" name="Google Shape;201;p25"/>
          <p:cNvSpPr txBox="1"/>
          <p:nvPr>
            <p:ph idx="15" type="body"/>
          </p:nvPr>
        </p:nvSpPr>
        <p:spPr>
          <a:xfrm>
            <a:off x="8765810" y="3102350"/>
            <a:ext cx="3129300" cy="1232700"/>
          </a:xfrm>
          <a:prstGeom prst="rect">
            <a:avLst/>
          </a:prstGeom>
        </p:spPr>
        <p:txBody>
          <a:bodyPr anchorCtr="0" anchor="ctr" bIns="121900" lIns="121900" spcFirstLastPara="1" rIns="121900" wrap="square" tIns="121900">
            <a:normAutofit/>
          </a:bodyPr>
          <a:lstStyle>
            <a:lvl1pPr indent="-342900" lvl="0" marL="457200">
              <a:spcBef>
                <a:spcPts val="0"/>
              </a:spcBef>
              <a:spcAft>
                <a:spcPts val="0"/>
              </a:spcAft>
              <a:buClr>
                <a:schemeClr val="lt1"/>
              </a:buClr>
              <a:buSzPts val="18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202" name="Google Shape;202;p25"/>
          <p:cNvSpPr txBox="1"/>
          <p:nvPr>
            <p:ph idx="16" type="body"/>
          </p:nvPr>
        </p:nvSpPr>
        <p:spPr>
          <a:xfrm>
            <a:off x="6179533" y="4564967"/>
            <a:ext cx="4602900" cy="9984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p:cSld name="CUSTOM_4">
    <p:spTree>
      <p:nvGrpSpPr>
        <p:cNvPr id="203" name="Shape 203"/>
        <p:cNvGrpSpPr/>
        <p:nvPr/>
      </p:nvGrpSpPr>
      <p:grpSpPr>
        <a:xfrm>
          <a:off x="0" y="0"/>
          <a:ext cx="0" cy="0"/>
          <a:chOff x="0" y="0"/>
          <a:chExt cx="0" cy="0"/>
        </a:xfrm>
      </p:grpSpPr>
      <p:sp>
        <p:nvSpPr>
          <p:cNvPr id="204" name="Google Shape;204;p26"/>
          <p:cNvSpPr txBox="1"/>
          <p:nvPr>
            <p:ph type="title"/>
          </p:nvPr>
        </p:nvSpPr>
        <p:spPr>
          <a:xfrm>
            <a:off x="304800" y="298167"/>
            <a:ext cx="4761900" cy="1120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05" name="Google Shape;205;p26"/>
          <p:cNvSpPr/>
          <p:nvPr/>
        </p:nvSpPr>
        <p:spPr>
          <a:xfrm>
            <a:off x="221633" y="171167"/>
            <a:ext cx="10213200" cy="5899500"/>
          </a:xfrm>
          <a:prstGeom prst="roundRect">
            <a:avLst>
              <a:gd fmla="val 3982" name="adj"/>
            </a:avLst>
          </a:prstGeom>
          <a:noFill/>
          <a:ln cap="flat" cmpd="sng" w="25400">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06" name="Google Shape;206;p26"/>
          <p:cNvSpPr/>
          <p:nvPr/>
        </p:nvSpPr>
        <p:spPr>
          <a:xfrm>
            <a:off x="10631367" y="498767"/>
            <a:ext cx="1233300" cy="5571900"/>
          </a:xfrm>
          <a:prstGeom prst="roundRect">
            <a:avLst>
              <a:gd fmla="val 30566" name="adj"/>
            </a:avLst>
          </a:prstGeom>
          <a:solidFill>
            <a:schemeClr val="accent1"/>
          </a:solidFill>
          <a:ln cap="flat" cmpd="sng" w="254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extLst>
    <p:ext uri="{DCECCB84-F9BA-43D5-87BE-67443E8EF086}">
      <p15:sldGuideLst>
        <p15:guide id="1" pos="7344">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3">
    <p:spTree>
      <p:nvGrpSpPr>
        <p:cNvPr id="207" name="Shape 207"/>
        <p:cNvGrpSpPr/>
        <p:nvPr/>
      </p:nvGrpSpPr>
      <p:grpSpPr>
        <a:xfrm>
          <a:off x="0" y="0"/>
          <a:ext cx="0" cy="0"/>
          <a:chOff x="0" y="0"/>
          <a:chExt cx="0" cy="0"/>
        </a:xfrm>
      </p:grpSpPr>
      <p:sp>
        <p:nvSpPr>
          <p:cNvPr id="208" name="Google Shape;208;p27"/>
          <p:cNvSpPr/>
          <p:nvPr/>
        </p:nvSpPr>
        <p:spPr>
          <a:xfrm>
            <a:off x="304800" y="170967"/>
            <a:ext cx="5714700" cy="2284500"/>
          </a:xfrm>
          <a:prstGeom prst="roundRect">
            <a:avLst>
              <a:gd fmla="val 16667" name="adj"/>
            </a:avLst>
          </a:prstGeom>
          <a:noFill/>
          <a:ln cap="flat" cmpd="sng" w="25400">
            <a:solidFill>
              <a:schemeClr val="l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09" name="Google Shape;209;p27"/>
          <p:cNvSpPr/>
          <p:nvPr/>
        </p:nvSpPr>
        <p:spPr>
          <a:xfrm>
            <a:off x="304800" y="2336175"/>
            <a:ext cx="5714700" cy="3859800"/>
          </a:xfrm>
          <a:prstGeom prst="roundRect">
            <a:avLst>
              <a:gd fmla="val 9454" name="adj"/>
            </a:avLst>
          </a:prstGeom>
          <a:solidFill>
            <a:schemeClr val="accent5"/>
          </a:solidFill>
          <a:ln cap="flat" cmpd="sng" w="25400">
            <a:solidFill>
              <a:schemeClr val="accent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10" name="Google Shape;210;p27"/>
          <p:cNvSpPr/>
          <p:nvPr/>
        </p:nvSpPr>
        <p:spPr>
          <a:xfrm>
            <a:off x="6180200" y="170967"/>
            <a:ext cx="5714700" cy="6025200"/>
          </a:xfrm>
          <a:prstGeom prst="roundRect">
            <a:avLst>
              <a:gd fmla="val 9454" name="adj"/>
            </a:avLst>
          </a:prstGeom>
          <a:noFill/>
          <a:ln cap="flat" cmpd="sng" w="25400">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11" name="Google Shape;211;p27"/>
          <p:cNvSpPr txBox="1"/>
          <p:nvPr>
            <p:ph type="title"/>
          </p:nvPr>
        </p:nvSpPr>
        <p:spPr>
          <a:xfrm>
            <a:off x="649200" y="417367"/>
            <a:ext cx="5024700" cy="19188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12" name="Google Shape;212;p27"/>
          <p:cNvSpPr txBox="1"/>
          <p:nvPr>
            <p:ph idx="1" type="subTitle"/>
          </p:nvPr>
        </p:nvSpPr>
        <p:spPr>
          <a:xfrm>
            <a:off x="456833" y="2527733"/>
            <a:ext cx="4813200" cy="66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2"/>
              </a:buClr>
              <a:buSzPts val="2400"/>
              <a:buNone/>
              <a:defRPr sz="2400">
                <a:solidFill>
                  <a:schemeClr val="accent2"/>
                </a:solidFill>
              </a:defRPr>
            </a:lvl1pPr>
            <a:lvl2pPr lvl="1">
              <a:spcBef>
                <a:spcPts val="0"/>
              </a:spcBef>
              <a:spcAft>
                <a:spcPts val="0"/>
              </a:spcAft>
              <a:buClr>
                <a:schemeClr val="accent2"/>
              </a:buClr>
              <a:buSzPts val="2400"/>
              <a:buNone/>
              <a:defRPr sz="2400">
                <a:solidFill>
                  <a:schemeClr val="accent2"/>
                </a:solidFill>
              </a:defRPr>
            </a:lvl2pPr>
            <a:lvl3pPr lvl="2">
              <a:spcBef>
                <a:spcPts val="0"/>
              </a:spcBef>
              <a:spcAft>
                <a:spcPts val="0"/>
              </a:spcAft>
              <a:buClr>
                <a:schemeClr val="accent2"/>
              </a:buClr>
              <a:buSzPts val="2400"/>
              <a:buNone/>
              <a:defRPr sz="2400">
                <a:solidFill>
                  <a:schemeClr val="accent2"/>
                </a:solidFill>
              </a:defRPr>
            </a:lvl3pPr>
            <a:lvl4pPr lvl="3">
              <a:spcBef>
                <a:spcPts val="0"/>
              </a:spcBef>
              <a:spcAft>
                <a:spcPts val="0"/>
              </a:spcAft>
              <a:buClr>
                <a:schemeClr val="accent2"/>
              </a:buClr>
              <a:buSzPts val="2400"/>
              <a:buNone/>
              <a:defRPr sz="2400">
                <a:solidFill>
                  <a:schemeClr val="accent2"/>
                </a:solidFill>
              </a:defRPr>
            </a:lvl4pPr>
            <a:lvl5pPr lvl="4">
              <a:spcBef>
                <a:spcPts val="0"/>
              </a:spcBef>
              <a:spcAft>
                <a:spcPts val="0"/>
              </a:spcAft>
              <a:buClr>
                <a:schemeClr val="accent2"/>
              </a:buClr>
              <a:buSzPts val="2400"/>
              <a:buNone/>
              <a:defRPr sz="2400">
                <a:solidFill>
                  <a:schemeClr val="accent2"/>
                </a:solidFill>
              </a:defRPr>
            </a:lvl5pPr>
            <a:lvl6pPr lvl="5">
              <a:spcBef>
                <a:spcPts val="0"/>
              </a:spcBef>
              <a:spcAft>
                <a:spcPts val="0"/>
              </a:spcAft>
              <a:buClr>
                <a:schemeClr val="accent2"/>
              </a:buClr>
              <a:buSzPts val="2400"/>
              <a:buNone/>
              <a:defRPr sz="2400">
                <a:solidFill>
                  <a:schemeClr val="accent2"/>
                </a:solidFill>
              </a:defRPr>
            </a:lvl6pPr>
            <a:lvl7pPr lvl="6">
              <a:spcBef>
                <a:spcPts val="0"/>
              </a:spcBef>
              <a:spcAft>
                <a:spcPts val="0"/>
              </a:spcAft>
              <a:buClr>
                <a:schemeClr val="accent2"/>
              </a:buClr>
              <a:buSzPts val="2400"/>
              <a:buNone/>
              <a:defRPr sz="2400">
                <a:solidFill>
                  <a:schemeClr val="accent2"/>
                </a:solidFill>
              </a:defRPr>
            </a:lvl7pPr>
            <a:lvl8pPr lvl="7">
              <a:spcBef>
                <a:spcPts val="0"/>
              </a:spcBef>
              <a:spcAft>
                <a:spcPts val="0"/>
              </a:spcAft>
              <a:buClr>
                <a:schemeClr val="accent2"/>
              </a:buClr>
              <a:buSzPts val="2400"/>
              <a:buNone/>
              <a:defRPr sz="2400">
                <a:solidFill>
                  <a:schemeClr val="accent2"/>
                </a:solidFill>
              </a:defRPr>
            </a:lvl8pPr>
            <a:lvl9pPr lvl="8">
              <a:spcBef>
                <a:spcPts val="0"/>
              </a:spcBef>
              <a:spcAft>
                <a:spcPts val="0"/>
              </a:spcAft>
              <a:buClr>
                <a:schemeClr val="accent2"/>
              </a:buClr>
              <a:buSzPts val="2400"/>
              <a:buNone/>
              <a:defRPr sz="2400">
                <a:solidFill>
                  <a:schemeClr val="accent2"/>
                </a:solidFill>
              </a:defRPr>
            </a:lvl9pPr>
          </a:lstStyle>
          <a:p/>
        </p:txBody>
      </p:sp>
      <p:sp>
        <p:nvSpPr>
          <p:cNvPr id="213" name="Google Shape;213;p27"/>
          <p:cNvSpPr txBox="1"/>
          <p:nvPr>
            <p:ph idx="2" type="body"/>
          </p:nvPr>
        </p:nvSpPr>
        <p:spPr>
          <a:xfrm>
            <a:off x="456834" y="3837600"/>
            <a:ext cx="5340900" cy="2157300"/>
          </a:xfrm>
          <a:prstGeom prst="rect">
            <a:avLst/>
          </a:prstGeom>
        </p:spPr>
        <p:txBody>
          <a:bodyPr anchorCtr="0" anchor="b" bIns="121900" lIns="121900" spcFirstLastPara="1" rIns="121900" wrap="square" tIns="121900">
            <a:normAutofit/>
          </a:bodyPr>
          <a:lstStyle>
            <a:lvl1pPr indent="-342900" lvl="0" marL="457200">
              <a:spcBef>
                <a:spcPts val="0"/>
              </a:spcBef>
              <a:spcAft>
                <a:spcPts val="0"/>
              </a:spcAft>
              <a:buClr>
                <a:schemeClr val="accent4"/>
              </a:buClr>
              <a:buSzPts val="1800"/>
              <a:buChar char="●"/>
              <a:defRPr>
                <a:solidFill>
                  <a:schemeClr val="accent4"/>
                </a:solidFill>
              </a:defRPr>
            </a:lvl1pPr>
            <a:lvl2pPr indent="-342900" lvl="1" marL="914400">
              <a:spcBef>
                <a:spcPts val="0"/>
              </a:spcBef>
              <a:spcAft>
                <a:spcPts val="0"/>
              </a:spcAft>
              <a:buClr>
                <a:schemeClr val="accent4"/>
              </a:buClr>
              <a:buSzPts val="1800"/>
              <a:buChar char="○"/>
              <a:defRPr>
                <a:solidFill>
                  <a:schemeClr val="accent4"/>
                </a:solidFill>
              </a:defRPr>
            </a:lvl2pPr>
            <a:lvl3pPr indent="-342900" lvl="2" marL="1371600">
              <a:spcBef>
                <a:spcPts val="0"/>
              </a:spcBef>
              <a:spcAft>
                <a:spcPts val="0"/>
              </a:spcAft>
              <a:buClr>
                <a:schemeClr val="accent4"/>
              </a:buClr>
              <a:buSzPts val="1800"/>
              <a:buChar char="■"/>
              <a:defRPr>
                <a:solidFill>
                  <a:schemeClr val="accent4"/>
                </a:solidFill>
              </a:defRPr>
            </a:lvl3pPr>
            <a:lvl4pPr indent="-342900" lvl="3" marL="1828800">
              <a:spcBef>
                <a:spcPts val="0"/>
              </a:spcBef>
              <a:spcAft>
                <a:spcPts val="0"/>
              </a:spcAft>
              <a:buClr>
                <a:schemeClr val="accent4"/>
              </a:buClr>
              <a:buSzPts val="1800"/>
              <a:buChar char="●"/>
              <a:defRPr>
                <a:solidFill>
                  <a:schemeClr val="accent4"/>
                </a:solidFill>
              </a:defRPr>
            </a:lvl4pPr>
            <a:lvl5pPr indent="-342900" lvl="4" marL="2286000">
              <a:spcBef>
                <a:spcPts val="0"/>
              </a:spcBef>
              <a:spcAft>
                <a:spcPts val="0"/>
              </a:spcAft>
              <a:buClr>
                <a:schemeClr val="accent4"/>
              </a:buClr>
              <a:buSzPts val="1800"/>
              <a:buChar char="○"/>
              <a:defRPr>
                <a:solidFill>
                  <a:schemeClr val="accent4"/>
                </a:solidFill>
              </a:defRPr>
            </a:lvl5pPr>
            <a:lvl6pPr indent="-342900" lvl="5" marL="2743200">
              <a:spcBef>
                <a:spcPts val="0"/>
              </a:spcBef>
              <a:spcAft>
                <a:spcPts val="0"/>
              </a:spcAft>
              <a:buClr>
                <a:schemeClr val="accent4"/>
              </a:buClr>
              <a:buSzPts val="1800"/>
              <a:buChar char="■"/>
              <a:defRPr>
                <a:solidFill>
                  <a:schemeClr val="accent4"/>
                </a:solidFill>
              </a:defRPr>
            </a:lvl6pPr>
            <a:lvl7pPr indent="-342900" lvl="6" marL="3200400">
              <a:spcBef>
                <a:spcPts val="0"/>
              </a:spcBef>
              <a:spcAft>
                <a:spcPts val="0"/>
              </a:spcAft>
              <a:buClr>
                <a:schemeClr val="accent4"/>
              </a:buClr>
              <a:buSzPts val="1800"/>
              <a:buChar char="●"/>
              <a:defRPr>
                <a:solidFill>
                  <a:schemeClr val="accent4"/>
                </a:solidFill>
              </a:defRPr>
            </a:lvl7pPr>
            <a:lvl8pPr indent="-342900" lvl="7" marL="3657600">
              <a:spcBef>
                <a:spcPts val="0"/>
              </a:spcBef>
              <a:spcAft>
                <a:spcPts val="0"/>
              </a:spcAft>
              <a:buClr>
                <a:schemeClr val="accent4"/>
              </a:buClr>
              <a:buSzPts val="1800"/>
              <a:buChar char="○"/>
              <a:defRPr>
                <a:solidFill>
                  <a:schemeClr val="accent4"/>
                </a:solidFill>
              </a:defRPr>
            </a:lvl8pPr>
            <a:lvl9pPr indent="-342900" lvl="8" marL="4114800">
              <a:spcBef>
                <a:spcPts val="0"/>
              </a:spcBef>
              <a:spcAft>
                <a:spcPts val="0"/>
              </a:spcAft>
              <a:buClr>
                <a:schemeClr val="accent4"/>
              </a:buClr>
              <a:buSzPts val="1800"/>
              <a:buChar char="■"/>
              <a:defRPr>
                <a:solidFill>
                  <a:schemeClr val="accent4"/>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p:cSld name="CUSTOM_10">
    <p:spTree>
      <p:nvGrpSpPr>
        <p:cNvPr id="214" name="Shape 214"/>
        <p:cNvGrpSpPr/>
        <p:nvPr/>
      </p:nvGrpSpPr>
      <p:grpSpPr>
        <a:xfrm>
          <a:off x="0" y="0"/>
          <a:ext cx="0" cy="0"/>
          <a:chOff x="0" y="0"/>
          <a:chExt cx="0" cy="0"/>
        </a:xfrm>
      </p:grpSpPr>
      <p:sp>
        <p:nvSpPr>
          <p:cNvPr id="215" name="Google Shape;215;p28"/>
          <p:cNvSpPr/>
          <p:nvPr>
            <p:ph idx="2" type="pic"/>
          </p:nvPr>
        </p:nvSpPr>
        <p:spPr>
          <a:xfrm>
            <a:off x="304800" y="3423992"/>
            <a:ext cx="11582400" cy="1928700"/>
          </a:xfrm>
          <a:prstGeom prst="roundRect">
            <a:avLst>
              <a:gd fmla="val 16667" name="adj"/>
            </a:avLst>
          </a:prstGeom>
          <a:noFill/>
          <a:ln cap="flat" cmpd="sng" w="25400">
            <a:solidFill>
              <a:srgbClr val="229FA1"/>
            </a:solidFill>
            <a:prstDash val="solid"/>
            <a:round/>
            <a:headEnd len="sm" w="sm" type="none"/>
            <a:tailEnd len="sm" w="sm" type="none"/>
          </a:ln>
        </p:spPr>
      </p:sp>
      <p:sp>
        <p:nvSpPr>
          <p:cNvPr id="216" name="Google Shape;216;p28"/>
          <p:cNvSpPr txBox="1"/>
          <p:nvPr>
            <p:ph type="title"/>
          </p:nvPr>
        </p:nvSpPr>
        <p:spPr>
          <a:xfrm>
            <a:off x="304800" y="1713425"/>
            <a:ext cx="11582400" cy="14793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pic>
        <p:nvPicPr>
          <p:cNvPr descr="/mnt/data/TT_LOCKUP_WHITE.png" id="217" name="Google Shape;217;p28"/>
          <p:cNvPicPr preferRelativeResize="0"/>
          <p:nvPr/>
        </p:nvPicPr>
        <p:blipFill rotWithShape="1">
          <a:blip r:embed="rId2">
            <a:alphaModFix/>
          </a:blip>
          <a:srcRect b="0" l="0" r="0" t="0"/>
          <a:stretch/>
        </p:blipFill>
        <p:spPr>
          <a:xfrm>
            <a:off x="221632" y="367799"/>
            <a:ext cx="629950" cy="39014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MAIN_POINT_1">
    <p:spTree>
      <p:nvGrpSpPr>
        <p:cNvPr id="218" name="Shape 218"/>
        <p:cNvGrpSpPr/>
        <p:nvPr/>
      </p:nvGrpSpPr>
      <p:grpSpPr>
        <a:xfrm>
          <a:off x="0" y="0"/>
          <a:ext cx="0" cy="0"/>
          <a:chOff x="0" y="0"/>
          <a:chExt cx="0" cy="0"/>
        </a:xfrm>
      </p:grpSpPr>
      <p:sp>
        <p:nvSpPr>
          <p:cNvPr id="219" name="Google Shape;219;p29"/>
          <p:cNvSpPr/>
          <p:nvPr>
            <p:ph idx="2" type="pic"/>
          </p:nvPr>
        </p:nvSpPr>
        <p:spPr>
          <a:xfrm>
            <a:off x="304800" y="298167"/>
            <a:ext cx="11582400" cy="1928700"/>
          </a:xfrm>
          <a:prstGeom prst="roundRect">
            <a:avLst>
              <a:gd fmla="val 16667" name="adj"/>
            </a:avLst>
          </a:prstGeom>
          <a:noFill/>
          <a:ln cap="flat" cmpd="sng" w="25400">
            <a:solidFill>
              <a:schemeClr val="accent1"/>
            </a:solidFill>
            <a:prstDash val="solid"/>
            <a:round/>
            <a:headEnd len="sm" w="sm" type="none"/>
            <a:tailEnd len="sm" w="sm" type="none"/>
          </a:ln>
        </p:spPr>
      </p:sp>
      <p:sp>
        <p:nvSpPr>
          <p:cNvPr id="220" name="Google Shape;220;p29"/>
          <p:cNvSpPr txBox="1"/>
          <p:nvPr>
            <p:ph type="title"/>
          </p:nvPr>
        </p:nvSpPr>
        <p:spPr>
          <a:xfrm>
            <a:off x="3321467" y="2613633"/>
            <a:ext cx="8718000" cy="3946500"/>
          </a:xfrm>
          <a:prstGeom prst="rect">
            <a:avLst/>
          </a:prstGeom>
        </p:spPr>
        <p:txBody>
          <a:bodyPr anchorCtr="0" anchor="t" bIns="121900" lIns="121900" spcFirstLastPara="1" rIns="121900" wrap="square" tIns="121900">
            <a:normAutofit/>
          </a:bodyPr>
          <a:lstStyle>
            <a:lvl1pPr lvl="0" algn="r">
              <a:spcBef>
                <a:spcPts val="0"/>
              </a:spcBef>
              <a:spcAft>
                <a:spcPts val="0"/>
              </a:spcAft>
              <a:buSzPts val="3600"/>
              <a:buNone/>
              <a:defRPr/>
            </a:lvl1pPr>
            <a:lvl2pPr lvl="1" algn="r">
              <a:spcBef>
                <a:spcPts val="0"/>
              </a:spcBef>
              <a:spcAft>
                <a:spcPts val="0"/>
              </a:spcAft>
              <a:buSzPts val="21200"/>
              <a:buNone/>
              <a:defRPr sz="21200"/>
            </a:lvl2pPr>
            <a:lvl3pPr lvl="2" algn="r">
              <a:spcBef>
                <a:spcPts val="0"/>
              </a:spcBef>
              <a:spcAft>
                <a:spcPts val="0"/>
              </a:spcAft>
              <a:buSzPts val="21200"/>
              <a:buNone/>
              <a:defRPr sz="21200"/>
            </a:lvl3pPr>
            <a:lvl4pPr lvl="3" algn="r">
              <a:spcBef>
                <a:spcPts val="0"/>
              </a:spcBef>
              <a:spcAft>
                <a:spcPts val="0"/>
              </a:spcAft>
              <a:buSzPts val="21200"/>
              <a:buNone/>
              <a:defRPr sz="21200"/>
            </a:lvl4pPr>
            <a:lvl5pPr lvl="4" algn="r">
              <a:spcBef>
                <a:spcPts val="0"/>
              </a:spcBef>
              <a:spcAft>
                <a:spcPts val="0"/>
              </a:spcAft>
              <a:buSzPts val="21200"/>
              <a:buNone/>
              <a:defRPr sz="21200"/>
            </a:lvl5pPr>
            <a:lvl6pPr lvl="5" algn="r">
              <a:spcBef>
                <a:spcPts val="0"/>
              </a:spcBef>
              <a:spcAft>
                <a:spcPts val="0"/>
              </a:spcAft>
              <a:buSzPts val="21200"/>
              <a:buNone/>
              <a:defRPr sz="21200"/>
            </a:lvl6pPr>
            <a:lvl7pPr lvl="6" algn="r">
              <a:spcBef>
                <a:spcPts val="0"/>
              </a:spcBef>
              <a:spcAft>
                <a:spcPts val="0"/>
              </a:spcAft>
              <a:buSzPts val="21200"/>
              <a:buNone/>
              <a:defRPr sz="21200"/>
            </a:lvl7pPr>
            <a:lvl8pPr lvl="7" algn="r">
              <a:spcBef>
                <a:spcPts val="0"/>
              </a:spcBef>
              <a:spcAft>
                <a:spcPts val="0"/>
              </a:spcAft>
              <a:buSzPts val="21200"/>
              <a:buNone/>
              <a:defRPr sz="21200"/>
            </a:lvl8pPr>
            <a:lvl9pPr lvl="8" algn="r">
              <a:spcBef>
                <a:spcPts val="0"/>
              </a:spcBef>
              <a:spcAft>
                <a:spcPts val="0"/>
              </a:spcAft>
              <a:buSzPts val="21200"/>
              <a:buNone/>
              <a:defRPr sz="21200"/>
            </a:lvl9pPr>
          </a:lstStyle>
          <a:p/>
        </p:txBody>
      </p:sp>
      <p:sp>
        <p:nvSpPr>
          <p:cNvPr id="221" name="Google Shape;221;p29"/>
          <p:cNvSpPr txBox="1"/>
          <p:nvPr>
            <p:ph idx="1" type="body"/>
          </p:nvPr>
        </p:nvSpPr>
        <p:spPr>
          <a:xfrm>
            <a:off x="304800" y="2274467"/>
            <a:ext cx="3016800" cy="8313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b="1"/>
            </a:lvl1pPr>
            <a:lvl2pPr indent="-342900" lvl="1" marL="914400">
              <a:spcBef>
                <a:spcPts val="0"/>
              </a:spcBef>
              <a:spcAft>
                <a:spcPts val="0"/>
              </a:spcAft>
              <a:buSzPts val="1800"/>
              <a:buChar char="○"/>
              <a:defRPr b="1"/>
            </a:lvl2pPr>
            <a:lvl3pPr indent="-342900" lvl="2" marL="1371600">
              <a:spcBef>
                <a:spcPts val="0"/>
              </a:spcBef>
              <a:spcAft>
                <a:spcPts val="0"/>
              </a:spcAft>
              <a:buSzPts val="1800"/>
              <a:buChar char="■"/>
              <a:defRPr b="1"/>
            </a:lvl3pPr>
            <a:lvl4pPr indent="-342900" lvl="3" marL="1828800">
              <a:spcBef>
                <a:spcPts val="0"/>
              </a:spcBef>
              <a:spcAft>
                <a:spcPts val="0"/>
              </a:spcAft>
              <a:buSzPts val="1800"/>
              <a:buChar char="●"/>
              <a:defRPr b="1"/>
            </a:lvl4pPr>
            <a:lvl5pPr indent="-342900" lvl="4" marL="2286000">
              <a:spcBef>
                <a:spcPts val="0"/>
              </a:spcBef>
              <a:spcAft>
                <a:spcPts val="0"/>
              </a:spcAft>
              <a:buSzPts val="1800"/>
              <a:buChar char="○"/>
              <a:defRPr b="1"/>
            </a:lvl5pPr>
            <a:lvl6pPr indent="-342900" lvl="5" marL="2743200">
              <a:spcBef>
                <a:spcPts val="0"/>
              </a:spcBef>
              <a:spcAft>
                <a:spcPts val="0"/>
              </a:spcAft>
              <a:buSzPts val="1800"/>
              <a:buChar char="■"/>
              <a:defRPr b="1"/>
            </a:lvl6pPr>
            <a:lvl7pPr indent="-342900" lvl="6" marL="3200400">
              <a:spcBef>
                <a:spcPts val="0"/>
              </a:spcBef>
              <a:spcAft>
                <a:spcPts val="0"/>
              </a:spcAft>
              <a:buSzPts val="1800"/>
              <a:buChar char="●"/>
              <a:defRPr b="1"/>
            </a:lvl7pPr>
            <a:lvl8pPr indent="-342900" lvl="7" marL="3657600">
              <a:spcBef>
                <a:spcPts val="0"/>
              </a:spcBef>
              <a:spcAft>
                <a:spcPts val="0"/>
              </a:spcAft>
              <a:buSzPts val="1800"/>
              <a:buChar char="○"/>
              <a:defRPr b="1"/>
            </a:lvl8pPr>
            <a:lvl9pPr indent="-342900" lvl="8" marL="4114800">
              <a:spcBef>
                <a:spcPts val="0"/>
              </a:spcBef>
              <a:spcAft>
                <a:spcPts val="0"/>
              </a:spcAft>
              <a:buSzPts val="1800"/>
              <a:buChar char="■"/>
              <a:defRPr b="1"/>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USTOM_6">
    <p:bg>
      <p:bgPr>
        <a:solidFill>
          <a:srgbClr val="F8F8F8"/>
        </a:solidFill>
      </p:bgPr>
    </p:bg>
    <p:spTree>
      <p:nvGrpSpPr>
        <p:cNvPr id="222" name="Shape 222"/>
        <p:cNvGrpSpPr/>
        <p:nvPr/>
      </p:nvGrpSpPr>
      <p:grpSpPr>
        <a:xfrm>
          <a:off x="0" y="0"/>
          <a:ext cx="0" cy="0"/>
          <a:chOff x="0" y="0"/>
          <a:chExt cx="0" cy="0"/>
        </a:xfrm>
      </p:grpSpPr>
      <p:sp>
        <p:nvSpPr>
          <p:cNvPr id="223" name="Google Shape;223;p30"/>
          <p:cNvSpPr/>
          <p:nvPr/>
        </p:nvSpPr>
        <p:spPr>
          <a:xfrm>
            <a:off x="45450" y="12993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24" name="Google Shape;224;p30"/>
          <p:cNvSpPr txBox="1"/>
          <p:nvPr>
            <p:ph type="title"/>
          </p:nvPr>
        </p:nvSpPr>
        <p:spPr>
          <a:xfrm>
            <a:off x="412650" y="16617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accent1"/>
              </a:buClr>
              <a:buSzPts val="3600"/>
              <a:buNone/>
              <a:defRPr>
                <a:solidFill>
                  <a:schemeClr val="accent1"/>
                </a:solidFill>
              </a:defRPr>
            </a:lvl1pPr>
            <a:lvl2pPr lvl="1">
              <a:spcBef>
                <a:spcPts val="0"/>
              </a:spcBef>
              <a:spcAft>
                <a:spcPts val="0"/>
              </a:spcAft>
              <a:buClr>
                <a:schemeClr val="accent1"/>
              </a:buClr>
              <a:buSzPts val="20000"/>
              <a:buNone/>
              <a:defRPr sz="20000">
                <a:solidFill>
                  <a:schemeClr val="accent1"/>
                </a:solidFill>
              </a:defRPr>
            </a:lvl2pPr>
            <a:lvl3pPr lvl="2">
              <a:spcBef>
                <a:spcPts val="0"/>
              </a:spcBef>
              <a:spcAft>
                <a:spcPts val="0"/>
              </a:spcAft>
              <a:buClr>
                <a:schemeClr val="accent1"/>
              </a:buClr>
              <a:buSzPts val="20000"/>
              <a:buNone/>
              <a:defRPr sz="20000">
                <a:solidFill>
                  <a:schemeClr val="accent1"/>
                </a:solidFill>
              </a:defRPr>
            </a:lvl3pPr>
            <a:lvl4pPr lvl="3">
              <a:spcBef>
                <a:spcPts val="0"/>
              </a:spcBef>
              <a:spcAft>
                <a:spcPts val="0"/>
              </a:spcAft>
              <a:buClr>
                <a:schemeClr val="accent1"/>
              </a:buClr>
              <a:buSzPts val="20000"/>
              <a:buNone/>
              <a:defRPr sz="20000">
                <a:solidFill>
                  <a:schemeClr val="accent1"/>
                </a:solidFill>
              </a:defRPr>
            </a:lvl4pPr>
            <a:lvl5pPr lvl="4">
              <a:spcBef>
                <a:spcPts val="0"/>
              </a:spcBef>
              <a:spcAft>
                <a:spcPts val="0"/>
              </a:spcAft>
              <a:buClr>
                <a:schemeClr val="accent1"/>
              </a:buClr>
              <a:buSzPts val="20000"/>
              <a:buNone/>
              <a:defRPr sz="20000">
                <a:solidFill>
                  <a:schemeClr val="accent1"/>
                </a:solidFill>
              </a:defRPr>
            </a:lvl5pPr>
            <a:lvl6pPr lvl="5">
              <a:spcBef>
                <a:spcPts val="0"/>
              </a:spcBef>
              <a:spcAft>
                <a:spcPts val="0"/>
              </a:spcAft>
              <a:buClr>
                <a:schemeClr val="accent1"/>
              </a:buClr>
              <a:buSzPts val="20000"/>
              <a:buNone/>
              <a:defRPr sz="20000">
                <a:solidFill>
                  <a:schemeClr val="accent1"/>
                </a:solidFill>
              </a:defRPr>
            </a:lvl6pPr>
            <a:lvl7pPr lvl="6">
              <a:spcBef>
                <a:spcPts val="0"/>
              </a:spcBef>
              <a:spcAft>
                <a:spcPts val="0"/>
              </a:spcAft>
              <a:buClr>
                <a:schemeClr val="accent1"/>
              </a:buClr>
              <a:buSzPts val="20000"/>
              <a:buNone/>
              <a:defRPr sz="20000">
                <a:solidFill>
                  <a:schemeClr val="accent1"/>
                </a:solidFill>
              </a:defRPr>
            </a:lvl7pPr>
            <a:lvl8pPr lvl="7">
              <a:spcBef>
                <a:spcPts val="0"/>
              </a:spcBef>
              <a:spcAft>
                <a:spcPts val="0"/>
              </a:spcAft>
              <a:buClr>
                <a:schemeClr val="accent1"/>
              </a:buClr>
              <a:buSzPts val="20000"/>
              <a:buNone/>
              <a:defRPr sz="20000">
                <a:solidFill>
                  <a:schemeClr val="accent1"/>
                </a:solidFill>
              </a:defRPr>
            </a:lvl8pPr>
            <a:lvl9pPr lvl="8">
              <a:spcBef>
                <a:spcPts val="0"/>
              </a:spcBef>
              <a:spcAft>
                <a:spcPts val="0"/>
              </a:spcAft>
              <a:buClr>
                <a:schemeClr val="accent1"/>
              </a:buClr>
              <a:buSzPts val="20000"/>
              <a:buNone/>
              <a:defRPr sz="200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1">
  <p:cSld name="CUSTOM_7">
    <p:spTree>
      <p:nvGrpSpPr>
        <p:cNvPr id="225" name="Shape 225"/>
        <p:cNvGrpSpPr/>
        <p:nvPr/>
      </p:nvGrpSpPr>
      <p:grpSpPr>
        <a:xfrm>
          <a:off x="0" y="0"/>
          <a:ext cx="0" cy="0"/>
          <a:chOff x="0" y="0"/>
          <a:chExt cx="0" cy="0"/>
        </a:xfrm>
      </p:grpSpPr>
      <p:pic>
        <p:nvPicPr>
          <p:cNvPr descr="Design mock of a smartphone." id="226" name="Google Shape;226;p31"/>
          <p:cNvPicPr preferRelativeResize="0"/>
          <p:nvPr/>
        </p:nvPicPr>
        <p:blipFill>
          <a:blip r:embed="rId2">
            <a:alphaModFix/>
          </a:blip>
          <a:stretch>
            <a:fillRect/>
          </a:stretch>
        </p:blipFill>
        <p:spPr>
          <a:xfrm>
            <a:off x="1034826" y="1013617"/>
            <a:ext cx="2727198" cy="4824300"/>
          </a:xfrm>
          <a:prstGeom prst="rect">
            <a:avLst/>
          </a:prstGeom>
          <a:noFill/>
          <a:ln>
            <a:noFill/>
          </a:ln>
        </p:spPr>
      </p:pic>
      <p:pic>
        <p:nvPicPr>
          <p:cNvPr descr="Design mock of a tablet computer." id="227" name="Google Shape;227;p31"/>
          <p:cNvPicPr preferRelativeResize="0"/>
          <p:nvPr/>
        </p:nvPicPr>
        <p:blipFill rotWithShape="1">
          <a:blip r:embed="rId3">
            <a:alphaModFix/>
          </a:blip>
          <a:srcRect b="0" l="4471" r="4462" t="0"/>
          <a:stretch/>
        </p:blipFill>
        <p:spPr>
          <a:xfrm>
            <a:off x="4625888" y="1013633"/>
            <a:ext cx="6698353" cy="4830766"/>
          </a:xfrm>
          <a:prstGeom prst="rect">
            <a:avLst/>
          </a:prstGeom>
          <a:noFill/>
          <a:ln>
            <a:noFill/>
          </a:ln>
        </p:spPr>
      </p:pic>
      <p:sp>
        <p:nvSpPr>
          <p:cNvPr id="228" name="Google Shape;228;p31"/>
          <p:cNvSpPr/>
          <p:nvPr>
            <p:ph idx="2" type="pic"/>
          </p:nvPr>
        </p:nvSpPr>
        <p:spPr>
          <a:xfrm>
            <a:off x="1325200" y="1125533"/>
            <a:ext cx="2152500" cy="4556100"/>
          </a:xfrm>
          <a:prstGeom prst="roundRect">
            <a:avLst>
              <a:gd fmla="val 12259" name="adj"/>
            </a:avLst>
          </a:prstGeom>
          <a:noFill/>
          <a:ln>
            <a:noFill/>
          </a:ln>
        </p:spPr>
      </p:sp>
      <p:sp>
        <p:nvSpPr>
          <p:cNvPr id="229" name="Google Shape;229;p31"/>
          <p:cNvSpPr/>
          <p:nvPr>
            <p:ph idx="3" type="pic"/>
          </p:nvPr>
        </p:nvSpPr>
        <p:spPr>
          <a:xfrm>
            <a:off x="4757800" y="1125533"/>
            <a:ext cx="6416400" cy="4556100"/>
          </a:xfrm>
          <a:prstGeom prst="roundRect">
            <a:avLst>
              <a:gd fmla="val 4881" name="adj"/>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2">
  <p:cSld name="CUSTOM_8">
    <p:spTree>
      <p:nvGrpSpPr>
        <p:cNvPr id="230" name="Shape 230"/>
        <p:cNvGrpSpPr/>
        <p:nvPr/>
      </p:nvGrpSpPr>
      <p:grpSpPr>
        <a:xfrm>
          <a:off x="0" y="0"/>
          <a:ext cx="0" cy="0"/>
          <a:chOff x="0" y="0"/>
          <a:chExt cx="0" cy="0"/>
        </a:xfrm>
      </p:grpSpPr>
      <p:pic>
        <p:nvPicPr>
          <p:cNvPr descr="Design mock of a smartphone." id="231" name="Google Shape;231;p32"/>
          <p:cNvPicPr preferRelativeResize="0"/>
          <p:nvPr/>
        </p:nvPicPr>
        <p:blipFill>
          <a:blip r:embed="rId2">
            <a:alphaModFix/>
          </a:blip>
          <a:stretch>
            <a:fillRect/>
          </a:stretch>
        </p:blipFill>
        <p:spPr>
          <a:xfrm>
            <a:off x="1076500" y="952433"/>
            <a:ext cx="3031258" cy="5362124"/>
          </a:xfrm>
          <a:prstGeom prst="rect">
            <a:avLst/>
          </a:prstGeom>
          <a:noFill/>
          <a:ln>
            <a:noFill/>
          </a:ln>
        </p:spPr>
      </p:pic>
      <p:sp>
        <p:nvSpPr>
          <p:cNvPr id="232" name="Google Shape;232;p32"/>
          <p:cNvSpPr/>
          <p:nvPr>
            <p:ph idx="2" type="pic"/>
          </p:nvPr>
        </p:nvSpPr>
        <p:spPr>
          <a:xfrm>
            <a:off x="1416939" y="1077690"/>
            <a:ext cx="2375100" cy="5068800"/>
          </a:xfrm>
          <a:prstGeom prst="roundRect">
            <a:avLst>
              <a:gd fmla="val 10964" name="adj"/>
            </a:avLst>
          </a:prstGeom>
          <a:noFill/>
          <a:ln>
            <a:noFill/>
          </a:ln>
        </p:spPr>
      </p:sp>
      <p:pic>
        <p:nvPicPr>
          <p:cNvPr descr="Design mock of a smartphone." id="233" name="Google Shape;233;p32"/>
          <p:cNvPicPr preferRelativeResize="0"/>
          <p:nvPr/>
        </p:nvPicPr>
        <p:blipFill>
          <a:blip r:embed="rId2">
            <a:alphaModFix/>
          </a:blip>
          <a:stretch>
            <a:fillRect/>
          </a:stretch>
        </p:blipFill>
        <p:spPr>
          <a:xfrm>
            <a:off x="4504005" y="952433"/>
            <a:ext cx="3031258" cy="5362124"/>
          </a:xfrm>
          <a:prstGeom prst="rect">
            <a:avLst/>
          </a:prstGeom>
          <a:noFill/>
          <a:ln>
            <a:noFill/>
          </a:ln>
        </p:spPr>
      </p:pic>
      <p:sp>
        <p:nvSpPr>
          <p:cNvPr id="234" name="Google Shape;234;p32"/>
          <p:cNvSpPr/>
          <p:nvPr>
            <p:ph idx="3" type="pic"/>
          </p:nvPr>
        </p:nvSpPr>
        <p:spPr>
          <a:xfrm>
            <a:off x="4844443" y="1077690"/>
            <a:ext cx="2375100" cy="5068800"/>
          </a:xfrm>
          <a:prstGeom prst="roundRect">
            <a:avLst>
              <a:gd fmla="val 10964" name="adj"/>
            </a:avLst>
          </a:prstGeom>
          <a:noFill/>
          <a:ln>
            <a:noFill/>
          </a:ln>
        </p:spPr>
      </p:sp>
      <p:pic>
        <p:nvPicPr>
          <p:cNvPr descr="Design mock of a smartphone." id="235" name="Google Shape;235;p32"/>
          <p:cNvPicPr preferRelativeResize="0"/>
          <p:nvPr/>
        </p:nvPicPr>
        <p:blipFill>
          <a:blip r:embed="rId2">
            <a:alphaModFix/>
          </a:blip>
          <a:stretch>
            <a:fillRect/>
          </a:stretch>
        </p:blipFill>
        <p:spPr>
          <a:xfrm>
            <a:off x="7931509" y="952433"/>
            <a:ext cx="3031258" cy="5362124"/>
          </a:xfrm>
          <a:prstGeom prst="rect">
            <a:avLst/>
          </a:prstGeom>
          <a:noFill/>
          <a:ln>
            <a:noFill/>
          </a:ln>
        </p:spPr>
      </p:pic>
      <p:sp>
        <p:nvSpPr>
          <p:cNvPr id="236" name="Google Shape;236;p32"/>
          <p:cNvSpPr/>
          <p:nvPr>
            <p:ph idx="4" type="pic"/>
          </p:nvPr>
        </p:nvSpPr>
        <p:spPr>
          <a:xfrm>
            <a:off x="8271948" y="1077690"/>
            <a:ext cx="2375100" cy="5068800"/>
          </a:xfrm>
          <a:prstGeom prst="roundRect">
            <a:avLst>
              <a:gd fmla="val 10964" name="adj"/>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3">
  <p:cSld name="CUSTOM_9">
    <p:spTree>
      <p:nvGrpSpPr>
        <p:cNvPr id="237" name="Shape 237"/>
        <p:cNvGrpSpPr/>
        <p:nvPr/>
      </p:nvGrpSpPr>
      <p:grpSpPr>
        <a:xfrm>
          <a:off x="0" y="0"/>
          <a:ext cx="0" cy="0"/>
          <a:chOff x="0" y="0"/>
          <a:chExt cx="0" cy="0"/>
        </a:xfrm>
      </p:grpSpPr>
      <p:pic>
        <p:nvPicPr>
          <p:cNvPr descr="Design mock of a desktop computer." id="238" name="Google Shape;238;p33"/>
          <p:cNvPicPr preferRelativeResize="0"/>
          <p:nvPr/>
        </p:nvPicPr>
        <p:blipFill>
          <a:blip r:embed="rId2">
            <a:alphaModFix/>
          </a:blip>
          <a:stretch>
            <a:fillRect/>
          </a:stretch>
        </p:blipFill>
        <p:spPr>
          <a:xfrm>
            <a:off x="2498999" y="406300"/>
            <a:ext cx="7194004" cy="6045404"/>
          </a:xfrm>
          <a:prstGeom prst="rect">
            <a:avLst/>
          </a:prstGeom>
          <a:noFill/>
          <a:ln>
            <a:noFill/>
          </a:ln>
        </p:spPr>
      </p:pic>
      <p:sp>
        <p:nvSpPr>
          <p:cNvPr id="239" name="Google Shape;239;p33"/>
          <p:cNvSpPr/>
          <p:nvPr>
            <p:ph idx="2" type="pic"/>
          </p:nvPr>
        </p:nvSpPr>
        <p:spPr>
          <a:xfrm>
            <a:off x="2609233" y="519400"/>
            <a:ext cx="6975300" cy="39420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4">
    <p:spTree>
      <p:nvGrpSpPr>
        <p:cNvPr id="240" name="Shape 240"/>
        <p:cNvGrpSpPr/>
        <p:nvPr/>
      </p:nvGrpSpPr>
      <p:grpSpPr>
        <a:xfrm>
          <a:off x="0" y="0"/>
          <a:ext cx="0" cy="0"/>
          <a:chOff x="0" y="0"/>
          <a:chExt cx="0" cy="0"/>
        </a:xfrm>
      </p:grpSpPr>
      <p:sp>
        <p:nvSpPr>
          <p:cNvPr id="241" name="Google Shape;241;p34"/>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242" name="Google Shape;242;p34"/>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Font typeface="Proxima Nova"/>
              <a:buNone/>
              <a:defRPr b="0" sz="3700">
                <a:latin typeface="Proxima Nova"/>
                <a:ea typeface="Proxima Nova"/>
                <a:cs typeface="Proxima Nova"/>
                <a:sym typeface="Proxima Nova"/>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43" name="Google Shape;243;p34"/>
          <p:cNvSpPr/>
          <p:nvPr/>
        </p:nvSpPr>
        <p:spPr>
          <a:xfrm>
            <a:off x="45450" y="12993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1">
    <p:spTree>
      <p:nvGrpSpPr>
        <p:cNvPr id="244" name="Shape 244"/>
        <p:cNvGrpSpPr/>
        <p:nvPr/>
      </p:nvGrpSpPr>
      <p:grpSpPr>
        <a:xfrm>
          <a:off x="0" y="0"/>
          <a:ext cx="0" cy="0"/>
          <a:chOff x="0" y="0"/>
          <a:chExt cx="0" cy="0"/>
        </a:xfrm>
      </p:grpSpPr>
      <p:sp>
        <p:nvSpPr>
          <p:cNvPr id="245" name="Google Shape;245;p35"/>
          <p:cNvSpPr/>
          <p:nvPr/>
        </p:nvSpPr>
        <p:spPr>
          <a:xfrm>
            <a:off x="45450" y="12993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46" name="Google Shape;246;p35"/>
          <p:cNvSpPr txBox="1"/>
          <p:nvPr>
            <p:ph type="title"/>
          </p:nvPr>
        </p:nvSpPr>
        <p:spPr>
          <a:xfrm>
            <a:off x="412650" y="16617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_1">
    <p:spTree>
      <p:nvGrpSpPr>
        <p:cNvPr id="247" name="Shape 247"/>
        <p:cNvGrpSpPr/>
        <p:nvPr/>
      </p:nvGrpSpPr>
      <p:grpSpPr>
        <a:xfrm>
          <a:off x="0" y="0"/>
          <a:ext cx="0" cy="0"/>
          <a:chOff x="0" y="0"/>
          <a:chExt cx="0" cy="0"/>
        </a:xfrm>
      </p:grpSpPr>
      <p:sp>
        <p:nvSpPr>
          <p:cNvPr id="248" name="Google Shape;248;p36"/>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9" name="Google Shape;249;p36"/>
          <p:cNvSpPr/>
          <p:nvPr/>
        </p:nvSpPr>
        <p:spPr>
          <a:xfrm>
            <a:off x="45450" y="2325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0" name="Google Shape;250;p36"/>
          <p:cNvSpPr txBox="1"/>
          <p:nvPr>
            <p:ph type="title"/>
          </p:nvPr>
        </p:nvSpPr>
        <p:spPr>
          <a:xfrm>
            <a:off x="412650" y="5949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_1">
    <p:spTree>
      <p:nvGrpSpPr>
        <p:cNvPr id="251" name="Shape 251"/>
        <p:cNvGrpSpPr/>
        <p:nvPr/>
      </p:nvGrpSpPr>
      <p:grpSpPr>
        <a:xfrm>
          <a:off x="0" y="0"/>
          <a:ext cx="0" cy="0"/>
          <a:chOff x="0" y="0"/>
          <a:chExt cx="0" cy="0"/>
        </a:xfrm>
      </p:grpSpPr>
      <p:sp>
        <p:nvSpPr>
          <p:cNvPr id="252" name="Google Shape;252;p37"/>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3" name="Google Shape;253;p37"/>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4" name="Google Shape;254;p37"/>
          <p:cNvSpPr/>
          <p:nvPr/>
        </p:nvSpPr>
        <p:spPr>
          <a:xfrm>
            <a:off x="45450" y="2325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5" name="Google Shape;255;p37"/>
          <p:cNvSpPr txBox="1"/>
          <p:nvPr>
            <p:ph type="title"/>
          </p:nvPr>
        </p:nvSpPr>
        <p:spPr>
          <a:xfrm>
            <a:off x="412650" y="5949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256" name="Shape 256"/>
        <p:cNvGrpSpPr/>
        <p:nvPr/>
      </p:nvGrpSpPr>
      <p:grpSpPr>
        <a:xfrm>
          <a:off x="0" y="0"/>
          <a:ext cx="0" cy="0"/>
          <a:chOff x="0" y="0"/>
          <a:chExt cx="0" cy="0"/>
        </a:xfrm>
      </p:grpSpPr>
      <p:sp>
        <p:nvSpPr>
          <p:cNvPr id="257" name="Google Shape;257;p38"/>
          <p:cNvSpPr/>
          <p:nvPr/>
        </p:nvSpPr>
        <p:spPr>
          <a:xfrm>
            <a:off x="45450" y="2325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8" name="Google Shape;258;p38"/>
          <p:cNvSpPr txBox="1"/>
          <p:nvPr>
            <p:ph type="title"/>
          </p:nvPr>
        </p:nvSpPr>
        <p:spPr>
          <a:xfrm>
            <a:off x="412650" y="5949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_1">
    <p:spTree>
      <p:nvGrpSpPr>
        <p:cNvPr id="259" name="Shape 259"/>
        <p:cNvGrpSpPr/>
        <p:nvPr/>
      </p:nvGrpSpPr>
      <p:grpSpPr>
        <a:xfrm>
          <a:off x="0" y="0"/>
          <a:ext cx="0" cy="0"/>
          <a:chOff x="0" y="0"/>
          <a:chExt cx="0" cy="0"/>
        </a:xfrm>
      </p:grpSpPr>
      <p:sp>
        <p:nvSpPr>
          <p:cNvPr id="260" name="Google Shape;260;p39"/>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61" name="Google Shape;261;p39"/>
          <p:cNvSpPr/>
          <p:nvPr/>
        </p:nvSpPr>
        <p:spPr>
          <a:xfrm>
            <a:off x="45450" y="2325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2" name="Google Shape;262;p39"/>
          <p:cNvSpPr txBox="1"/>
          <p:nvPr>
            <p:ph type="title"/>
          </p:nvPr>
        </p:nvSpPr>
        <p:spPr>
          <a:xfrm>
            <a:off x="412650" y="5949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_1">
    <p:spTree>
      <p:nvGrpSpPr>
        <p:cNvPr id="263" name="Shape 263"/>
        <p:cNvGrpSpPr/>
        <p:nvPr/>
      </p:nvGrpSpPr>
      <p:grpSpPr>
        <a:xfrm>
          <a:off x="0" y="0"/>
          <a:ext cx="0" cy="0"/>
          <a:chOff x="0" y="0"/>
          <a:chExt cx="0" cy="0"/>
        </a:xfrm>
      </p:grpSpPr>
      <p:sp>
        <p:nvSpPr>
          <p:cNvPr id="264" name="Google Shape;264;p40"/>
          <p:cNvSpPr/>
          <p:nvPr/>
        </p:nvSpPr>
        <p:spPr>
          <a:xfrm>
            <a:off x="45450" y="232594"/>
            <a:ext cx="12101100" cy="1938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5" name="Google Shape;265;p40"/>
          <p:cNvSpPr txBox="1"/>
          <p:nvPr>
            <p:ph type="title"/>
          </p:nvPr>
        </p:nvSpPr>
        <p:spPr>
          <a:xfrm>
            <a:off x="412650" y="594942"/>
            <a:ext cx="11366700" cy="24471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2"/>
              </a:buClr>
              <a:buSzPts val="3600"/>
              <a:buNone/>
              <a:defRPr>
                <a:solidFill>
                  <a:schemeClr val="lt2"/>
                </a:solidFill>
              </a:defRPr>
            </a:lvl1pPr>
            <a:lvl2pPr lvl="1">
              <a:spcBef>
                <a:spcPts val="0"/>
              </a:spcBef>
              <a:spcAft>
                <a:spcPts val="0"/>
              </a:spcAft>
              <a:buClr>
                <a:schemeClr val="lt2"/>
              </a:buClr>
              <a:buSzPts val="20000"/>
              <a:buNone/>
              <a:defRPr sz="20000">
                <a:solidFill>
                  <a:schemeClr val="lt2"/>
                </a:solidFill>
              </a:defRPr>
            </a:lvl2pPr>
            <a:lvl3pPr lvl="2">
              <a:spcBef>
                <a:spcPts val="0"/>
              </a:spcBef>
              <a:spcAft>
                <a:spcPts val="0"/>
              </a:spcAft>
              <a:buClr>
                <a:schemeClr val="lt2"/>
              </a:buClr>
              <a:buSzPts val="20000"/>
              <a:buNone/>
              <a:defRPr sz="20000">
                <a:solidFill>
                  <a:schemeClr val="lt2"/>
                </a:solidFill>
              </a:defRPr>
            </a:lvl3pPr>
            <a:lvl4pPr lvl="3">
              <a:spcBef>
                <a:spcPts val="0"/>
              </a:spcBef>
              <a:spcAft>
                <a:spcPts val="0"/>
              </a:spcAft>
              <a:buClr>
                <a:schemeClr val="lt2"/>
              </a:buClr>
              <a:buSzPts val="20000"/>
              <a:buNone/>
              <a:defRPr sz="20000">
                <a:solidFill>
                  <a:schemeClr val="lt2"/>
                </a:solidFill>
              </a:defRPr>
            </a:lvl4pPr>
            <a:lvl5pPr lvl="4">
              <a:spcBef>
                <a:spcPts val="0"/>
              </a:spcBef>
              <a:spcAft>
                <a:spcPts val="0"/>
              </a:spcAft>
              <a:buClr>
                <a:schemeClr val="lt2"/>
              </a:buClr>
              <a:buSzPts val="20000"/>
              <a:buNone/>
              <a:defRPr sz="20000">
                <a:solidFill>
                  <a:schemeClr val="lt2"/>
                </a:solidFill>
              </a:defRPr>
            </a:lvl5pPr>
            <a:lvl6pPr lvl="5">
              <a:spcBef>
                <a:spcPts val="0"/>
              </a:spcBef>
              <a:spcAft>
                <a:spcPts val="0"/>
              </a:spcAft>
              <a:buClr>
                <a:schemeClr val="lt2"/>
              </a:buClr>
              <a:buSzPts val="20000"/>
              <a:buNone/>
              <a:defRPr sz="20000">
                <a:solidFill>
                  <a:schemeClr val="lt2"/>
                </a:solidFill>
              </a:defRPr>
            </a:lvl6pPr>
            <a:lvl7pPr lvl="6">
              <a:spcBef>
                <a:spcPts val="0"/>
              </a:spcBef>
              <a:spcAft>
                <a:spcPts val="0"/>
              </a:spcAft>
              <a:buClr>
                <a:schemeClr val="lt2"/>
              </a:buClr>
              <a:buSzPts val="20000"/>
              <a:buNone/>
              <a:defRPr sz="20000">
                <a:solidFill>
                  <a:schemeClr val="lt2"/>
                </a:solidFill>
              </a:defRPr>
            </a:lvl7pPr>
            <a:lvl8pPr lvl="7">
              <a:spcBef>
                <a:spcPts val="0"/>
              </a:spcBef>
              <a:spcAft>
                <a:spcPts val="0"/>
              </a:spcAft>
              <a:buClr>
                <a:schemeClr val="lt2"/>
              </a:buClr>
              <a:buSzPts val="20000"/>
              <a:buNone/>
              <a:defRPr sz="20000">
                <a:solidFill>
                  <a:schemeClr val="lt2"/>
                </a:solidFill>
              </a:defRPr>
            </a:lvl8pPr>
            <a:lvl9pPr lvl="8">
              <a:spcBef>
                <a:spcPts val="0"/>
              </a:spcBef>
              <a:spcAft>
                <a:spcPts val="0"/>
              </a:spcAft>
              <a:buClr>
                <a:schemeClr val="lt2"/>
              </a:buClr>
              <a:buSzPts val="20000"/>
              <a:buNone/>
              <a:defRPr sz="20000">
                <a:solidFill>
                  <a:schemeClr val="lt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266" name="Shape 266"/>
        <p:cNvGrpSpPr/>
        <p:nvPr/>
      </p:nvGrpSpPr>
      <p:grpSpPr>
        <a:xfrm>
          <a:off x="0" y="0"/>
          <a:ext cx="0" cy="0"/>
          <a:chOff x="0" y="0"/>
          <a:chExt cx="0" cy="0"/>
        </a:xfrm>
      </p:grpSpPr>
      <p:sp>
        <p:nvSpPr>
          <p:cNvPr id="267" name="Google Shape;267;p41"/>
          <p:cNvSpPr/>
          <p:nvPr/>
        </p:nvSpPr>
        <p:spPr>
          <a:xfrm>
            <a:off x="463500" y="906450"/>
            <a:ext cx="5517300" cy="5045100"/>
          </a:xfrm>
          <a:prstGeom prst="roundRect">
            <a:avLst>
              <a:gd fmla="val 2671" name="adj"/>
            </a:avLst>
          </a:prstGeom>
          <a:noFill/>
          <a:ln cap="flat" cmpd="sng" w="35600">
            <a:solidFill>
              <a:srgbClr val="229FA1"/>
            </a:solidFill>
            <a:prstDash val="solid"/>
            <a:round/>
            <a:headEnd len="sm" w="sm" type="none"/>
            <a:tailEnd len="sm" w="sm" type="none"/>
          </a:ln>
        </p:spPr>
        <p:txBody>
          <a:bodyPr anchorCtr="0" anchor="ctr" bIns="113875" lIns="113875" spcFirstLastPara="1" rIns="113875" wrap="square" tIns="113875">
            <a:noAutofit/>
          </a:bodyPr>
          <a:lstStyle/>
          <a:p>
            <a:pPr indent="0" lvl="0" marL="0" rtl="0" algn="l">
              <a:spcBef>
                <a:spcPts val="0"/>
              </a:spcBef>
              <a:spcAft>
                <a:spcPts val="0"/>
              </a:spcAft>
              <a:buNone/>
            </a:pPr>
            <a:r>
              <a:t/>
            </a:r>
            <a:endParaRPr sz="1700"/>
          </a:p>
        </p:txBody>
      </p:sp>
      <p:sp>
        <p:nvSpPr>
          <p:cNvPr id="268" name="Google Shape;268;p41"/>
          <p:cNvSpPr txBox="1"/>
          <p:nvPr>
            <p:ph type="title"/>
          </p:nvPr>
        </p:nvSpPr>
        <p:spPr>
          <a:xfrm>
            <a:off x="6350933" y="1559100"/>
            <a:ext cx="5393700" cy="1976400"/>
          </a:xfrm>
          <a:prstGeom prst="rect">
            <a:avLst/>
          </a:prstGeom>
        </p:spPr>
        <p:txBody>
          <a:bodyPr anchorCtr="0" anchor="b" bIns="121900" lIns="121900" spcFirstLastPara="1" rIns="121900" wrap="square" tIns="121900">
            <a:normAutofit/>
          </a:bodyPr>
          <a:lstStyle>
            <a:lvl1pPr lvl="0" algn="r">
              <a:spcBef>
                <a:spcPts val="0"/>
              </a:spcBef>
              <a:spcAft>
                <a:spcPts val="0"/>
              </a:spcAft>
              <a:buSzPts val="3600"/>
              <a:buNone/>
              <a:defRPr/>
            </a:lvl1pPr>
            <a:lvl2pPr lvl="1" algn="r">
              <a:spcBef>
                <a:spcPts val="0"/>
              </a:spcBef>
              <a:spcAft>
                <a:spcPts val="0"/>
              </a:spcAft>
              <a:buSzPts val="5600"/>
              <a:buNone/>
              <a:defRPr sz="5600"/>
            </a:lvl2pPr>
            <a:lvl3pPr lvl="2" algn="r">
              <a:spcBef>
                <a:spcPts val="0"/>
              </a:spcBef>
              <a:spcAft>
                <a:spcPts val="0"/>
              </a:spcAft>
              <a:buSzPts val="5600"/>
              <a:buNone/>
              <a:defRPr sz="5600"/>
            </a:lvl3pPr>
            <a:lvl4pPr lvl="3" algn="r">
              <a:spcBef>
                <a:spcPts val="0"/>
              </a:spcBef>
              <a:spcAft>
                <a:spcPts val="0"/>
              </a:spcAft>
              <a:buSzPts val="5600"/>
              <a:buNone/>
              <a:defRPr sz="5600"/>
            </a:lvl4pPr>
            <a:lvl5pPr lvl="4" algn="r">
              <a:spcBef>
                <a:spcPts val="0"/>
              </a:spcBef>
              <a:spcAft>
                <a:spcPts val="0"/>
              </a:spcAft>
              <a:buSzPts val="5600"/>
              <a:buNone/>
              <a:defRPr sz="5600"/>
            </a:lvl5pPr>
            <a:lvl6pPr lvl="5" algn="r">
              <a:spcBef>
                <a:spcPts val="0"/>
              </a:spcBef>
              <a:spcAft>
                <a:spcPts val="0"/>
              </a:spcAft>
              <a:buSzPts val="5600"/>
              <a:buNone/>
              <a:defRPr sz="5600"/>
            </a:lvl6pPr>
            <a:lvl7pPr lvl="6" algn="r">
              <a:spcBef>
                <a:spcPts val="0"/>
              </a:spcBef>
              <a:spcAft>
                <a:spcPts val="0"/>
              </a:spcAft>
              <a:buSzPts val="5600"/>
              <a:buNone/>
              <a:defRPr sz="5600"/>
            </a:lvl7pPr>
            <a:lvl8pPr lvl="7" algn="r">
              <a:spcBef>
                <a:spcPts val="0"/>
              </a:spcBef>
              <a:spcAft>
                <a:spcPts val="0"/>
              </a:spcAft>
              <a:buSzPts val="5600"/>
              <a:buNone/>
              <a:defRPr sz="5600"/>
            </a:lvl8pPr>
            <a:lvl9pPr lvl="8" algn="r">
              <a:spcBef>
                <a:spcPts val="0"/>
              </a:spcBef>
              <a:spcAft>
                <a:spcPts val="0"/>
              </a:spcAft>
              <a:buSzPts val="5600"/>
              <a:buNone/>
              <a:defRPr sz="5600"/>
            </a:lvl9pPr>
          </a:lstStyle>
          <a:p/>
        </p:txBody>
      </p:sp>
      <p:sp>
        <p:nvSpPr>
          <p:cNvPr id="269" name="Google Shape;269;p41"/>
          <p:cNvSpPr txBox="1"/>
          <p:nvPr>
            <p:ph idx="1" type="subTitle"/>
          </p:nvPr>
        </p:nvSpPr>
        <p:spPr>
          <a:xfrm>
            <a:off x="6350933" y="3652300"/>
            <a:ext cx="5393700" cy="1646700"/>
          </a:xfrm>
          <a:prstGeom prst="rect">
            <a:avLst/>
          </a:prstGeom>
        </p:spPr>
        <p:txBody>
          <a:bodyPr anchorCtr="0" anchor="t" bIns="121900" lIns="121900" spcFirstLastPara="1" rIns="121900" wrap="square" tIns="121900">
            <a:norm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2800"/>
              <a:buNone/>
              <a:defRPr sz="2800"/>
            </a:lvl2pPr>
            <a:lvl3pPr lvl="2" algn="r">
              <a:lnSpc>
                <a:spcPct val="100000"/>
              </a:lnSpc>
              <a:spcBef>
                <a:spcPts val="0"/>
              </a:spcBef>
              <a:spcAft>
                <a:spcPts val="0"/>
              </a:spcAft>
              <a:buSzPts val="2800"/>
              <a:buNone/>
              <a:defRPr sz="2800"/>
            </a:lvl3pPr>
            <a:lvl4pPr lvl="3" algn="r">
              <a:lnSpc>
                <a:spcPct val="100000"/>
              </a:lnSpc>
              <a:spcBef>
                <a:spcPts val="0"/>
              </a:spcBef>
              <a:spcAft>
                <a:spcPts val="0"/>
              </a:spcAft>
              <a:buSzPts val="2800"/>
              <a:buNone/>
              <a:defRPr sz="2800"/>
            </a:lvl4pPr>
            <a:lvl5pPr lvl="4" algn="r">
              <a:lnSpc>
                <a:spcPct val="100000"/>
              </a:lnSpc>
              <a:spcBef>
                <a:spcPts val="0"/>
              </a:spcBef>
              <a:spcAft>
                <a:spcPts val="0"/>
              </a:spcAft>
              <a:buSzPts val="2800"/>
              <a:buNone/>
              <a:defRPr sz="2800"/>
            </a:lvl5pPr>
            <a:lvl6pPr lvl="5" algn="r">
              <a:lnSpc>
                <a:spcPct val="100000"/>
              </a:lnSpc>
              <a:spcBef>
                <a:spcPts val="0"/>
              </a:spcBef>
              <a:spcAft>
                <a:spcPts val="0"/>
              </a:spcAft>
              <a:buSzPts val="2800"/>
              <a:buNone/>
              <a:defRPr sz="2800"/>
            </a:lvl6pPr>
            <a:lvl7pPr lvl="6" algn="r">
              <a:lnSpc>
                <a:spcPct val="100000"/>
              </a:lnSpc>
              <a:spcBef>
                <a:spcPts val="0"/>
              </a:spcBef>
              <a:spcAft>
                <a:spcPts val="0"/>
              </a:spcAft>
              <a:buSzPts val="2800"/>
              <a:buNone/>
              <a:defRPr sz="2800"/>
            </a:lvl7pPr>
            <a:lvl8pPr lvl="7" algn="r">
              <a:lnSpc>
                <a:spcPct val="100000"/>
              </a:lnSpc>
              <a:spcBef>
                <a:spcPts val="0"/>
              </a:spcBef>
              <a:spcAft>
                <a:spcPts val="0"/>
              </a:spcAft>
              <a:buSzPts val="2800"/>
              <a:buNone/>
              <a:defRPr sz="2800"/>
            </a:lvl8pPr>
            <a:lvl9pPr lvl="8" algn="r">
              <a:lnSpc>
                <a:spcPct val="100000"/>
              </a:lnSpc>
              <a:spcBef>
                <a:spcPts val="0"/>
              </a:spcBef>
              <a:spcAft>
                <a:spcPts val="0"/>
              </a:spcAft>
              <a:buSzPts val="2800"/>
              <a:buNone/>
              <a:defRPr sz="2800"/>
            </a:lvl9pPr>
          </a:lstStyle>
          <a:p/>
        </p:txBody>
      </p:sp>
      <p:sp>
        <p:nvSpPr>
          <p:cNvPr id="270" name="Google Shape;270;p41"/>
          <p:cNvSpPr txBox="1"/>
          <p:nvPr>
            <p:ph idx="2" type="body"/>
          </p:nvPr>
        </p:nvSpPr>
        <p:spPr>
          <a:xfrm>
            <a:off x="858601" y="1128161"/>
            <a:ext cx="4727100" cy="4601700"/>
          </a:xfrm>
          <a:prstGeom prst="rect">
            <a:avLst/>
          </a:prstGeom>
        </p:spPr>
        <p:txBody>
          <a:bodyPr anchorCtr="0" anchor="ctr" bIns="113875" lIns="113875" spcFirstLastPara="1" rIns="113875" wrap="square" tIns="113875">
            <a:normAutofit/>
          </a:bodyPr>
          <a:lstStyle>
            <a:lvl1pPr indent="-361950" lvl="0" marL="457200">
              <a:spcBef>
                <a:spcPts val="0"/>
              </a:spcBef>
              <a:spcAft>
                <a:spcPts val="0"/>
              </a:spcAft>
              <a:buClr>
                <a:schemeClr val="accent4"/>
              </a:buClr>
              <a:buSzPts val="2100"/>
              <a:buChar char="●"/>
              <a:defRPr sz="2100">
                <a:solidFill>
                  <a:schemeClr val="accent4"/>
                </a:solidFill>
              </a:defRPr>
            </a:lvl1pPr>
            <a:lvl2pPr indent="-361950" lvl="1" marL="914400">
              <a:spcBef>
                <a:spcPts val="0"/>
              </a:spcBef>
              <a:spcAft>
                <a:spcPts val="0"/>
              </a:spcAft>
              <a:buClr>
                <a:schemeClr val="accent4"/>
              </a:buClr>
              <a:buSzPts val="2100"/>
              <a:buChar char="○"/>
              <a:defRPr sz="2100">
                <a:solidFill>
                  <a:schemeClr val="accent4"/>
                </a:solidFill>
              </a:defRPr>
            </a:lvl2pPr>
            <a:lvl3pPr indent="-361950" lvl="2" marL="1371600">
              <a:spcBef>
                <a:spcPts val="0"/>
              </a:spcBef>
              <a:spcAft>
                <a:spcPts val="0"/>
              </a:spcAft>
              <a:buClr>
                <a:schemeClr val="accent4"/>
              </a:buClr>
              <a:buSzPts val="2100"/>
              <a:buChar char="■"/>
              <a:defRPr sz="2100">
                <a:solidFill>
                  <a:schemeClr val="accent4"/>
                </a:solidFill>
              </a:defRPr>
            </a:lvl3pPr>
            <a:lvl4pPr indent="-361950" lvl="3" marL="1828800">
              <a:spcBef>
                <a:spcPts val="0"/>
              </a:spcBef>
              <a:spcAft>
                <a:spcPts val="0"/>
              </a:spcAft>
              <a:buClr>
                <a:schemeClr val="accent4"/>
              </a:buClr>
              <a:buSzPts val="2100"/>
              <a:buChar char="●"/>
              <a:defRPr sz="2100">
                <a:solidFill>
                  <a:schemeClr val="accent4"/>
                </a:solidFill>
              </a:defRPr>
            </a:lvl4pPr>
            <a:lvl5pPr indent="-361950" lvl="4" marL="2286000">
              <a:spcBef>
                <a:spcPts val="0"/>
              </a:spcBef>
              <a:spcAft>
                <a:spcPts val="0"/>
              </a:spcAft>
              <a:buClr>
                <a:schemeClr val="accent4"/>
              </a:buClr>
              <a:buSzPts val="2100"/>
              <a:buChar char="○"/>
              <a:defRPr sz="2100">
                <a:solidFill>
                  <a:schemeClr val="accent4"/>
                </a:solidFill>
              </a:defRPr>
            </a:lvl5pPr>
            <a:lvl6pPr indent="-361950" lvl="5" marL="2743200">
              <a:spcBef>
                <a:spcPts val="0"/>
              </a:spcBef>
              <a:spcAft>
                <a:spcPts val="0"/>
              </a:spcAft>
              <a:buClr>
                <a:schemeClr val="accent4"/>
              </a:buClr>
              <a:buSzPts val="2100"/>
              <a:buChar char="■"/>
              <a:defRPr sz="2100">
                <a:solidFill>
                  <a:schemeClr val="accent4"/>
                </a:solidFill>
              </a:defRPr>
            </a:lvl6pPr>
            <a:lvl7pPr indent="-361950" lvl="6" marL="3200400">
              <a:spcBef>
                <a:spcPts val="0"/>
              </a:spcBef>
              <a:spcAft>
                <a:spcPts val="0"/>
              </a:spcAft>
              <a:buClr>
                <a:schemeClr val="accent4"/>
              </a:buClr>
              <a:buSzPts val="2100"/>
              <a:buChar char="●"/>
              <a:defRPr sz="2100">
                <a:solidFill>
                  <a:schemeClr val="accent4"/>
                </a:solidFill>
              </a:defRPr>
            </a:lvl7pPr>
            <a:lvl8pPr indent="-361950" lvl="7" marL="3657600">
              <a:spcBef>
                <a:spcPts val="0"/>
              </a:spcBef>
              <a:spcAft>
                <a:spcPts val="0"/>
              </a:spcAft>
              <a:buClr>
                <a:schemeClr val="accent4"/>
              </a:buClr>
              <a:buSzPts val="2100"/>
              <a:buChar char="○"/>
              <a:defRPr sz="2100">
                <a:solidFill>
                  <a:schemeClr val="accent4"/>
                </a:solidFill>
              </a:defRPr>
            </a:lvl8pPr>
            <a:lvl9pPr indent="-361950" lvl="8" marL="4114800">
              <a:spcBef>
                <a:spcPts val="0"/>
              </a:spcBef>
              <a:spcAft>
                <a:spcPts val="0"/>
              </a:spcAft>
              <a:buClr>
                <a:schemeClr val="accent4"/>
              </a:buClr>
              <a:buSzPts val="2100"/>
              <a:buChar char="■"/>
              <a:defRPr sz="2100">
                <a:solidFill>
                  <a:schemeClr val="accent4"/>
                </a:solidFill>
              </a:defRPr>
            </a:lvl9pPr>
          </a:lstStyle>
          <a:p/>
        </p:txBody>
      </p:sp>
      <p:sp>
        <p:nvSpPr>
          <p:cNvPr id="271" name="Google Shape;271;p41"/>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spTree>
      <p:nvGrpSpPr>
        <p:cNvPr id="272" name="Shape 272"/>
        <p:cNvGrpSpPr/>
        <p:nvPr/>
      </p:nvGrpSpPr>
      <p:grpSpPr>
        <a:xfrm>
          <a:off x="0" y="0"/>
          <a:ext cx="0" cy="0"/>
          <a:chOff x="0" y="0"/>
          <a:chExt cx="0" cy="0"/>
        </a:xfrm>
      </p:grpSpPr>
      <p:sp>
        <p:nvSpPr>
          <p:cNvPr id="273" name="Google Shape;273;p42"/>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274" name="Google Shape;274;p42"/>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42900" lvl="0" marL="457200" algn="ctr">
              <a:spcBef>
                <a:spcPts val="0"/>
              </a:spcBef>
              <a:spcAft>
                <a:spcPts val="0"/>
              </a:spcAft>
              <a:buSzPts val="1800"/>
              <a:buChar char="●"/>
              <a:defRPr/>
            </a:lvl1pPr>
            <a:lvl2pPr indent="-342900" lvl="1" marL="914400" algn="ctr">
              <a:spcBef>
                <a:spcPts val="0"/>
              </a:spcBef>
              <a:spcAft>
                <a:spcPts val="0"/>
              </a:spcAft>
              <a:buSzPts val="1800"/>
              <a:buChar char="○"/>
              <a:defRPr/>
            </a:lvl2pPr>
            <a:lvl3pPr indent="-342900" lvl="2" marL="1371600" algn="ctr">
              <a:spcBef>
                <a:spcPts val="0"/>
              </a:spcBef>
              <a:spcAft>
                <a:spcPts val="0"/>
              </a:spcAft>
              <a:buSzPts val="1800"/>
              <a:buChar char="■"/>
              <a:defRPr/>
            </a:lvl3pPr>
            <a:lvl4pPr indent="-342900" lvl="3" marL="1828800" algn="ctr">
              <a:spcBef>
                <a:spcPts val="0"/>
              </a:spcBef>
              <a:spcAft>
                <a:spcPts val="0"/>
              </a:spcAft>
              <a:buSzPts val="1800"/>
              <a:buChar char="●"/>
              <a:defRPr/>
            </a:lvl4pPr>
            <a:lvl5pPr indent="-342900" lvl="4" marL="2286000" algn="ctr">
              <a:spcBef>
                <a:spcPts val="0"/>
              </a:spcBef>
              <a:spcAft>
                <a:spcPts val="0"/>
              </a:spcAft>
              <a:buSzPts val="1800"/>
              <a:buChar char="○"/>
              <a:defRPr/>
            </a:lvl5pPr>
            <a:lvl6pPr indent="-342900" lvl="5" marL="2743200" algn="ctr">
              <a:spcBef>
                <a:spcPts val="0"/>
              </a:spcBef>
              <a:spcAft>
                <a:spcPts val="0"/>
              </a:spcAft>
              <a:buSzPts val="1800"/>
              <a:buChar char="■"/>
              <a:defRPr/>
            </a:lvl6pPr>
            <a:lvl7pPr indent="-342900" lvl="6" marL="3200400" algn="ctr">
              <a:spcBef>
                <a:spcPts val="0"/>
              </a:spcBef>
              <a:spcAft>
                <a:spcPts val="0"/>
              </a:spcAft>
              <a:buSzPts val="1800"/>
              <a:buChar char="●"/>
              <a:defRPr/>
            </a:lvl7pPr>
            <a:lvl8pPr indent="-342900" lvl="7" marL="3657600" algn="ctr">
              <a:spcBef>
                <a:spcPts val="0"/>
              </a:spcBef>
              <a:spcAft>
                <a:spcPts val="0"/>
              </a:spcAft>
              <a:buSzPts val="1800"/>
              <a:buChar char="○"/>
              <a:defRPr/>
            </a:lvl8pPr>
            <a:lvl9pPr indent="-342900" lvl="8" marL="4114800" algn="ctr">
              <a:spcBef>
                <a:spcPts val="0"/>
              </a:spcBef>
              <a:spcAft>
                <a:spcPts val="0"/>
              </a:spcAft>
              <a:buSzPts val="1800"/>
              <a:buChar char="■"/>
              <a:defRPr/>
            </a:lvl9pPr>
          </a:lstStyle>
          <a:p/>
        </p:txBody>
      </p:sp>
      <p:sp>
        <p:nvSpPr>
          <p:cNvPr id="275" name="Google Shape;275;p42"/>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76" name="Shape 276"/>
        <p:cNvGrpSpPr/>
        <p:nvPr/>
      </p:nvGrpSpPr>
      <p:grpSpPr>
        <a:xfrm>
          <a:off x="0" y="0"/>
          <a:ext cx="0" cy="0"/>
          <a:chOff x="0" y="0"/>
          <a:chExt cx="0" cy="0"/>
        </a:xfrm>
      </p:grpSpPr>
      <p:sp>
        <p:nvSpPr>
          <p:cNvPr id="277" name="Google Shape;277;p43"/>
          <p:cNvSpPr txBox="1"/>
          <p:nvPr>
            <p:ph type="title"/>
          </p:nvPr>
        </p:nvSpPr>
        <p:spPr>
          <a:xfrm>
            <a:off x="903100" y="2443700"/>
            <a:ext cx="4289700" cy="1978800"/>
          </a:xfrm>
          <a:prstGeom prst="rect">
            <a:avLst/>
          </a:prstGeom>
        </p:spPr>
        <p:txBody>
          <a:bodyPr anchorCtr="0" anchor="ctr" bIns="121900" lIns="121900" spcFirstLastPara="1" rIns="121900" wrap="square" tIns="121900">
            <a:normAutofit/>
          </a:bodyPr>
          <a:lstStyle>
            <a:lvl1pPr lvl="0">
              <a:spcBef>
                <a:spcPts val="0"/>
              </a:spcBef>
              <a:spcAft>
                <a:spcPts val="0"/>
              </a:spcAft>
              <a:buSzPts val="5600"/>
              <a:buNone/>
              <a:defRPr sz="56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78" name="Google Shape;278;p43"/>
          <p:cNvSpPr txBox="1"/>
          <p:nvPr>
            <p:ph idx="1" type="subTitle"/>
          </p:nvPr>
        </p:nvSpPr>
        <p:spPr>
          <a:xfrm>
            <a:off x="5875533" y="525000"/>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
        <p:nvSpPr>
          <p:cNvPr id="279" name="Google Shape;279;p43"/>
          <p:cNvSpPr txBox="1"/>
          <p:nvPr>
            <p:ph idx="2" type="subTitle"/>
          </p:nvPr>
        </p:nvSpPr>
        <p:spPr>
          <a:xfrm>
            <a:off x="5875533" y="1535607"/>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
        <p:nvSpPr>
          <p:cNvPr id="280" name="Google Shape;280;p43"/>
          <p:cNvSpPr txBox="1"/>
          <p:nvPr>
            <p:ph idx="3" type="subTitle"/>
          </p:nvPr>
        </p:nvSpPr>
        <p:spPr>
          <a:xfrm>
            <a:off x="5875533" y="4567427"/>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
        <p:nvSpPr>
          <p:cNvPr id="281" name="Google Shape;281;p43"/>
          <p:cNvSpPr txBox="1"/>
          <p:nvPr>
            <p:ph idx="4" type="subTitle"/>
          </p:nvPr>
        </p:nvSpPr>
        <p:spPr>
          <a:xfrm>
            <a:off x="5875533" y="2546213"/>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
        <p:nvSpPr>
          <p:cNvPr id="282" name="Google Shape;282;p43"/>
          <p:cNvSpPr txBox="1"/>
          <p:nvPr>
            <p:ph idx="5" type="subTitle"/>
          </p:nvPr>
        </p:nvSpPr>
        <p:spPr>
          <a:xfrm>
            <a:off x="5875533" y="5578033"/>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
        <p:nvSpPr>
          <p:cNvPr id="283" name="Google Shape;283;p43"/>
          <p:cNvSpPr txBox="1"/>
          <p:nvPr>
            <p:ph idx="6" type="subTitle"/>
          </p:nvPr>
        </p:nvSpPr>
        <p:spPr>
          <a:xfrm>
            <a:off x="5875533" y="3556820"/>
            <a:ext cx="58797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1pPr>
            <a:lvl2pPr lvl="1">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500"/>
              <a:buFont typeface="Montserrat Medium"/>
              <a:buNone/>
              <a:defRPr sz="2500">
                <a:solidFill>
                  <a:srgbClr val="229FA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284" name="Shape 284"/>
        <p:cNvGrpSpPr/>
        <p:nvPr/>
      </p:nvGrpSpPr>
      <p:grpSpPr>
        <a:xfrm>
          <a:off x="0" y="0"/>
          <a:ext cx="0" cy="0"/>
          <a:chOff x="0" y="0"/>
          <a:chExt cx="0" cy="0"/>
        </a:xfrm>
      </p:grpSpPr>
      <p:sp>
        <p:nvSpPr>
          <p:cNvPr id="285" name="Google Shape;285;p4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86" name="Google Shape;286;p44"/>
          <p:cNvSpPr txBox="1"/>
          <p:nvPr>
            <p:ph idx="1" type="body"/>
          </p:nvPr>
        </p:nvSpPr>
        <p:spPr>
          <a:xfrm>
            <a:off x="415600" y="1536633"/>
            <a:ext cx="5965200" cy="45552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7" name="Google Shape;287;p44"/>
          <p:cNvSpPr/>
          <p:nvPr>
            <p:ph idx="2" type="pic"/>
          </p:nvPr>
        </p:nvSpPr>
        <p:spPr>
          <a:xfrm>
            <a:off x="6656032" y="1537033"/>
            <a:ext cx="5120400" cy="4555200"/>
          </a:xfrm>
          <a:prstGeom prst="rect">
            <a:avLst/>
          </a:prstGeom>
          <a:noFill/>
          <a:ln cap="flat" cmpd="sng" w="25400">
            <a:solidFill>
              <a:srgbClr val="229FA1"/>
            </a:solidFill>
            <a:prstDash val="solid"/>
            <a:round/>
            <a:headEnd len="sm" w="sm" type="none"/>
            <a:tailEnd len="sm" w="sm" type="none"/>
          </a:ln>
        </p:spPr>
      </p:sp>
      <p:sp>
        <p:nvSpPr>
          <p:cNvPr id="288" name="Google Shape;288;p44"/>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_1">
    <p:spTree>
      <p:nvGrpSpPr>
        <p:cNvPr id="289" name="Shape 289"/>
        <p:cNvGrpSpPr/>
        <p:nvPr/>
      </p:nvGrpSpPr>
      <p:grpSpPr>
        <a:xfrm>
          <a:off x="0" y="0"/>
          <a:ext cx="0" cy="0"/>
          <a:chOff x="0" y="0"/>
          <a:chExt cx="0" cy="0"/>
        </a:xfrm>
      </p:grpSpPr>
      <p:sp>
        <p:nvSpPr>
          <p:cNvPr id="290" name="Google Shape;290;p45"/>
          <p:cNvSpPr txBox="1"/>
          <p:nvPr>
            <p:ph type="title"/>
          </p:nvPr>
        </p:nvSpPr>
        <p:spPr>
          <a:xfrm>
            <a:off x="644233" y="600033"/>
            <a:ext cx="10912800" cy="1010700"/>
          </a:xfrm>
          <a:prstGeom prst="rect">
            <a:avLst/>
          </a:prstGeom>
        </p:spPr>
        <p:txBody>
          <a:bodyPr anchorCtr="0" anchor="ctr" bIns="121900" lIns="121900" spcFirstLastPara="1" rIns="121900" wrap="square" tIns="121900">
            <a:normAutofit/>
          </a:bodyPr>
          <a:lstStyle>
            <a:lvl1pPr indent="0" lvl="0" marL="0" marR="0" algn="l">
              <a:lnSpc>
                <a:spcPct val="60000"/>
              </a:lnSpc>
              <a:spcBef>
                <a:spcPts val="0"/>
              </a:spcBef>
              <a:spcAft>
                <a:spcPts val="0"/>
              </a:spcAft>
              <a:buSzPts val="6400"/>
              <a:buNone/>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91" name="Google Shape;291;p45"/>
          <p:cNvSpPr txBox="1"/>
          <p:nvPr>
            <p:ph idx="1" type="body"/>
          </p:nvPr>
        </p:nvSpPr>
        <p:spPr>
          <a:xfrm>
            <a:off x="644200" y="2983717"/>
            <a:ext cx="4826400" cy="31647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2" name="Google Shape;292;p45"/>
          <p:cNvSpPr txBox="1"/>
          <p:nvPr>
            <p:ph idx="2" type="body"/>
          </p:nvPr>
        </p:nvSpPr>
        <p:spPr>
          <a:xfrm>
            <a:off x="6730667" y="2983717"/>
            <a:ext cx="4826400" cy="31647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3" name="Google Shape;293;p45"/>
          <p:cNvSpPr txBox="1"/>
          <p:nvPr>
            <p:ph idx="3" type="subTitle"/>
          </p:nvPr>
        </p:nvSpPr>
        <p:spPr>
          <a:xfrm>
            <a:off x="644200" y="1781548"/>
            <a:ext cx="48264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1800"/>
              <a:buNone/>
              <a:defRPr>
                <a:solidFill>
                  <a:srgbClr val="229FA1"/>
                </a:solidFill>
              </a:defRPr>
            </a:lvl1pPr>
            <a:lvl2pPr lvl="1">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9pPr>
          </a:lstStyle>
          <a:p/>
        </p:txBody>
      </p:sp>
      <p:sp>
        <p:nvSpPr>
          <p:cNvPr id="294" name="Google Shape;294;p45"/>
          <p:cNvSpPr txBox="1"/>
          <p:nvPr>
            <p:ph idx="4" type="subTitle"/>
          </p:nvPr>
        </p:nvSpPr>
        <p:spPr>
          <a:xfrm>
            <a:off x="6730667" y="1781548"/>
            <a:ext cx="4826400" cy="7236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1800"/>
              <a:buNone/>
              <a:defRPr>
                <a:solidFill>
                  <a:srgbClr val="229FA1"/>
                </a:solidFill>
              </a:defRPr>
            </a:lvl1pPr>
            <a:lvl2pPr lvl="1">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4000"/>
              <a:buFont typeface="Montserrat Medium"/>
              <a:buNone/>
              <a:defRPr b="0" sz="4000">
                <a:solidFill>
                  <a:srgbClr val="229FA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295" name="Shape 295"/>
        <p:cNvGrpSpPr/>
        <p:nvPr/>
      </p:nvGrpSpPr>
      <p:grpSpPr>
        <a:xfrm>
          <a:off x="0" y="0"/>
          <a:ext cx="0" cy="0"/>
          <a:chOff x="0" y="0"/>
          <a:chExt cx="0" cy="0"/>
        </a:xfrm>
      </p:grpSpPr>
      <p:sp>
        <p:nvSpPr>
          <p:cNvPr id="296" name="Google Shape;296;p46"/>
          <p:cNvSpPr txBox="1"/>
          <p:nvPr>
            <p:ph idx="1" type="body"/>
          </p:nvPr>
        </p:nvSpPr>
        <p:spPr>
          <a:xfrm>
            <a:off x="644233" y="3223333"/>
            <a:ext cx="3273900" cy="31647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7" name="Google Shape;297;p46"/>
          <p:cNvSpPr txBox="1"/>
          <p:nvPr>
            <p:ph idx="2" type="body"/>
          </p:nvPr>
        </p:nvSpPr>
        <p:spPr>
          <a:xfrm>
            <a:off x="4463633" y="3223333"/>
            <a:ext cx="3273900" cy="31647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8" name="Google Shape;298;p46"/>
          <p:cNvSpPr txBox="1"/>
          <p:nvPr>
            <p:ph idx="3" type="body"/>
          </p:nvPr>
        </p:nvSpPr>
        <p:spPr>
          <a:xfrm>
            <a:off x="8283033" y="3223333"/>
            <a:ext cx="3273900" cy="31647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9" name="Google Shape;299;p46"/>
          <p:cNvSpPr txBox="1"/>
          <p:nvPr>
            <p:ph type="title"/>
          </p:nvPr>
        </p:nvSpPr>
        <p:spPr>
          <a:xfrm>
            <a:off x="644233" y="600033"/>
            <a:ext cx="10912800" cy="1010700"/>
          </a:xfrm>
          <a:prstGeom prst="rect">
            <a:avLst/>
          </a:prstGeom>
        </p:spPr>
        <p:txBody>
          <a:bodyPr anchorCtr="0" anchor="ctr"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00" name="Google Shape;300;p46"/>
          <p:cNvSpPr txBox="1"/>
          <p:nvPr>
            <p:ph idx="4" type="subTitle"/>
          </p:nvPr>
        </p:nvSpPr>
        <p:spPr>
          <a:xfrm>
            <a:off x="644233" y="1781533"/>
            <a:ext cx="3273900" cy="10380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
        <p:nvSpPr>
          <p:cNvPr id="301" name="Google Shape;301;p46"/>
          <p:cNvSpPr txBox="1"/>
          <p:nvPr>
            <p:ph idx="5" type="subTitle"/>
          </p:nvPr>
        </p:nvSpPr>
        <p:spPr>
          <a:xfrm>
            <a:off x="4463633" y="1781533"/>
            <a:ext cx="3273900" cy="10380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
        <p:nvSpPr>
          <p:cNvPr id="302" name="Google Shape;302;p46"/>
          <p:cNvSpPr txBox="1"/>
          <p:nvPr>
            <p:ph idx="6" type="subTitle"/>
          </p:nvPr>
        </p:nvSpPr>
        <p:spPr>
          <a:xfrm>
            <a:off x="8283033" y="1781533"/>
            <a:ext cx="3273900" cy="10380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03" name="Shape 303"/>
        <p:cNvGrpSpPr/>
        <p:nvPr/>
      </p:nvGrpSpPr>
      <p:grpSpPr>
        <a:xfrm>
          <a:off x="0" y="0"/>
          <a:ext cx="0" cy="0"/>
          <a:chOff x="0" y="0"/>
          <a:chExt cx="0" cy="0"/>
        </a:xfrm>
      </p:grpSpPr>
      <p:sp>
        <p:nvSpPr>
          <p:cNvPr id="304" name="Google Shape;304;p47"/>
          <p:cNvSpPr txBox="1"/>
          <p:nvPr>
            <p:ph idx="1" type="body"/>
          </p:nvPr>
        </p:nvSpPr>
        <p:spPr>
          <a:xfrm>
            <a:off x="488967" y="2345458"/>
            <a:ext cx="5118000" cy="15180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05" name="Google Shape;305;p47"/>
          <p:cNvSpPr txBox="1"/>
          <p:nvPr>
            <p:ph idx="2" type="body"/>
          </p:nvPr>
        </p:nvSpPr>
        <p:spPr>
          <a:xfrm>
            <a:off x="6584967" y="2345458"/>
            <a:ext cx="5118000" cy="15180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06" name="Google Shape;306;p47"/>
          <p:cNvSpPr txBox="1"/>
          <p:nvPr>
            <p:ph idx="3" type="body"/>
          </p:nvPr>
        </p:nvSpPr>
        <p:spPr>
          <a:xfrm>
            <a:off x="489000" y="4864767"/>
            <a:ext cx="5118000" cy="15180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07" name="Google Shape;307;p47"/>
          <p:cNvSpPr txBox="1"/>
          <p:nvPr>
            <p:ph idx="4" type="body"/>
          </p:nvPr>
        </p:nvSpPr>
        <p:spPr>
          <a:xfrm>
            <a:off x="6585000" y="4864767"/>
            <a:ext cx="5118000" cy="1518000"/>
          </a:xfrm>
          <a:prstGeom prst="rect">
            <a:avLst/>
          </a:prstGeom>
        </p:spPr>
        <p:txBody>
          <a:bodyPr anchorCtr="0" anchor="t" bIns="121900" lIns="121900" spcFirstLastPara="1" rIns="121900" wrap="square" tIns="121900">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08" name="Google Shape;308;p47"/>
          <p:cNvSpPr txBox="1"/>
          <p:nvPr>
            <p:ph type="title"/>
          </p:nvPr>
        </p:nvSpPr>
        <p:spPr>
          <a:xfrm>
            <a:off x="489000" y="600033"/>
            <a:ext cx="10912800" cy="1010700"/>
          </a:xfrm>
          <a:prstGeom prst="rect">
            <a:avLst/>
          </a:prstGeom>
        </p:spPr>
        <p:txBody>
          <a:bodyPr anchorCtr="0" anchor="ctr" bIns="121900" lIns="121900" spcFirstLastPara="1" rIns="121900" wrap="square" tIns="121900">
            <a:normAutofit/>
          </a:bodyPr>
          <a:lstStyle>
            <a:lvl1pPr lvl="0">
              <a:lnSpc>
                <a:spcPct val="60000"/>
              </a:lnSpc>
              <a:spcBef>
                <a:spcPts val="0"/>
              </a:spcBef>
              <a:spcAft>
                <a:spcPts val="0"/>
              </a:spcAft>
              <a:buSzPts val="3600"/>
              <a:buNone/>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09" name="Google Shape;309;p47"/>
          <p:cNvSpPr txBox="1"/>
          <p:nvPr>
            <p:ph idx="5" type="subTitle"/>
          </p:nvPr>
        </p:nvSpPr>
        <p:spPr>
          <a:xfrm>
            <a:off x="489017" y="1703876"/>
            <a:ext cx="5118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None/>
              <a:defRPr sz="2700">
                <a:solidFill>
                  <a:srgbClr val="229FA1"/>
                </a:solidFill>
              </a:defRPr>
            </a:lvl2pPr>
            <a:lvl3pPr lvl="2">
              <a:lnSpc>
                <a:spcPct val="100000"/>
              </a:lnSpc>
              <a:spcBef>
                <a:spcPts val="0"/>
              </a:spcBef>
              <a:spcAft>
                <a:spcPts val="0"/>
              </a:spcAft>
              <a:buClr>
                <a:srgbClr val="229FA1"/>
              </a:buClr>
              <a:buSzPts val="2700"/>
              <a:buNone/>
              <a:defRPr sz="2700">
                <a:solidFill>
                  <a:srgbClr val="229FA1"/>
                </a:solidFill>
              </a:defRPr>
            </a:lvl3pPr>
            <a:lvl4pPr lvl="3">
              <a:lnSpc>
                <a:spcPct val="100000"/>
              </a:lnSpc>
              <a:spcBef>
                <a:spcPts val="0"/>
              </a:spcBef>
              <a:spcAft>
                <a:spcPts val="0"/>
              </a:spcAft>
              <a:buClr>
                <a:srgbClr val="229FA1"/>
              </a:buClr>
              <a:buSzPts val="2700"/>
              <a:buNone/>
              <a:defRPr sz="2700">
                <a:solidFill>
                  <a:srgbClr val="229FA1"/>
                </a:solidFill>
              </a:defRPr>
            </a:lvl4pPr>
            <a:lvl5pPr lvl="4">
              <a:lnSpc>
                <a:spcPct val="100000"/>
              </a:lnSpc>
              <a:spcBef>
                <a:spcPts val="0"/>
              </a:spcBef>
              <a:spcAft>
                <a:spcPts val="0"/>
              </a:spcAft>
              <a:buClr>
                <a:srgbClr val="229FA1"/>
              </a:buClr>
              <a:buSzPts val="2700"/>
              <a:buNone/>
              <a:defRPr sz="2700">
                <a:solidFill>
                  <a:srgbClr val="229FA1"/>
                </a:solidFill>
              </a:defRPr>
            </a:lvl5pPr>
            <a:lvl6pPr lvl="5">
              <a:lnSpc>
                <a:spcPct val="100000"/>
              </a:lnSpc>
              <a:spcBef>
                <a:spcPts val="0"/>
              </a:spcBef>
              <a:spcAft>
                <a:spcPts val="0"/>
              </a:spcAft>
              <a:buClr>
                <a:srgbClr val="229FA1"/>
              </a:buClr>
              <a:buSzPts val="2700"/>
              <a:buNone/>
              <a:defRPr sz="2700">
                <a:solidFill>
                  <a:srgbClr val="229FA1"/>
                </a:solidFill>
              </a:defRPr>
            </a:lvl6pPr>
            <a:lvl7pPr lvl="6">
              <a:lnSpc>
                <a:spcPct val="100000"/>
              </a:lnSpc>
              <a:spcBef>
                <a:spcPts val="0"/>
              </a:spcBef>
              <a:spcAft>
                <a:spcPts val="0"/>
              </a:spcAft>
              <a:buClr>
                <a:srgbClr val="229FA1"/>
              </a:buClr>
              <a:buSzPts val="2700"/>
              <a:buNone/>
              <a:defRPr sz="2700">
                <a:solidFill>
                  <a:srgbClr val="229FA1"/>
                </a:solidFill>
              </a:defRPr>
            </a:lvl7pPr>
            <a:lvl8pPr lvl="7">
              <a:lnSpc>
                <a:spcPct val="100000"/>
              </a:lnSpc>
              <a:spcBef>
                <a:spcPts val="0"/>
              </a:spcBef>
              <a:spcAft>
                <a:spcPts val="0"/>
              </a:spcAft>
              <a:buClr>
                <a:srgbClr val="229FA1"/>
              </a:buClr>
              <a:buSzPts val="2700"/>
              <a:buNone/>
              <a:defRPr sz="2700">
                <a:solidFill>
                  <a:srgbClr val="229FA1"/>
                </a:solidFill>
              </a:defRPr>
            </a:lvl8pPr>
            <a:lvl9pPr lvl="8">
              <a:lnSpc>
                <a:spcPct val="100000"/>
              </a:lnSpc>
              <a:spcBef>
                <a:spcPts val="0"/>
              </a:spcBef>
              <a:spcAft>
                <a:spcPts val="0"/>
              </a:spcAft>
              <a:buClr>
                <a:srgbClr val="229FA1"/>
              </a:buClr>
              <a:buSzPts val="2700"/>
              <a:buNone/>
              <a:defRPr sz="2700">
                <a:solidFill>
                  <a:srgbClr val="229FA1"/>
                </a:solidFill>
              </a:defRPr>
            </a:lvl9pPr>
          </a:lstStyle>
          <a:p/>
        </p:txBody>
      </p:sp>
      <p:sp>
        <p:nvSpPr>
          <p:cNvPr id="310" name="Google Shape;310;p47"/>
          <p:cNvSpPr txBox="1"/>
          <p:nvPr>
            <p:ph idx="6" type="subTitle"/>
          </p:nvPr>
        </p:nvSpPr>
        <p:spPr>
          <a:xfrm>
            <a:off x="6584983" y="1703876"/>
            <a:ext cx="5118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
        <p:nvSpPr>
          <p:cNvPr id="311" name="Google Shape;311;p47"/>
          <p:cNvSpPr txBox="1"/>
          <p:nvPr>
            <p:ph idx="7" type="subTitle"/>
          </p:nvPr>
        </p:nvSpPr>
        <p:spPr>
          <a:xfrm>
            <a:off x="6585014" y="4223150"/>
            <a:ext cx="5118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
        <p:nvSpPr>
          <p:cNvPr id="312" name="Google Shape;312;p47"/>
          <p:cNvSpPr txBox="1"/>
          <p:nvPr>
            <p:ph idx="8" type="subTitle"/>
          </p:nvPr>
        </p:nvSpPr>
        <p:spPr>
          <a:xfrm>
            <a:off x="489000" y="4223150"/>
            <a:ext cx="5118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rgbClr val="229FA1"/>
              </a:buClr>
              <a:buSzPts val="2700"/>
              <a:buNone/>
              <a:defRPr sz="2700">
                <a:solidFill>
                  <a:srgbClr val="229FA1"/>
                </a:solidFill>
              </a:defRPr>
            </a:lvl1pPr>
            <a:lvl2pPr lvl="1">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2pPr>
            <a:lvl3pPr lvl="2">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3pPr>
            <a:lvl4pPr lvl="3">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4pPr>
            <a:lvl5pPr lvl="4">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5pPr>
            <a:lvl6pPr lvl="5">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6pPr>
            <a:lvl7pPr lvl="6">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7pPr>
            <a:lvl8pPr lvl="7">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8pPr>
            <a:lvl9pPr lvl="8">
              <a:lnSpc>
                <a:spcPct val="100000"/>
              </a:lnSpc>
              <a:spcBef>
                <a:spcPts val="0"/>
              </a:spcBef>
              <a:spcAft>
                <a:spcPts val="0"/>
              </a:spcAft>
              <a:buClr>
                <a:srgbClr val="229FA1"/>
              </a:buClr>
              <a:buSzPts val="2700"/>
              <a:buFont typeface="Montserrat Medium"/>
              <a:buNone/>
              <a:defRPr b="0" sz="2700">
                <a:solidFill>
                  <a:srgbClr val="229FA1"/>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_1">
    <p:spTree>
      <p:nvGrpSpPr>
        <p:cNvPr id="313" name="Shape 313"/>
        <p:cNvGrpSpPr/>
        <p:nvPr/>
      </p:nvGrpSpPr>
      <p:grpSpPr>
        <a:xfrm>
          <a:off x="0" y="0"/>
          <a:ext cx="0" cy="0"/>
          <a:chOff x="0" y="0"/>
          <a:chExt cx="0" cy="0"/>
        </a:xfrm>
      </p:grpSpPr>
      <p:sp>
        <p:nvSpPr>
          <p:cNvPr id="314" name="Google Shape;314;p4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15" name="Google Shape;315;p48"/>
          <p:cNvSpPr/>
          <p:nvPr>
            <p:ph idx="2" type="pic"/>
          </p:nvPr>
        </p:nvSpPr>
        <p:spPr>
          <a:xfrm>
            <a:off x="415600" y="1560567"/>
            <a:ext cx="11360700" cy="4657200"/>
          </a:xfrm>
          <a:prstGeom prst="rect">
            <a:avLst/>
          </a:prstGeom>
          <a:noFill/>
          <a:ln cap="flat" cmpd="sng" w="25400">
            <a:solidFill>
              <a:srgbClr val="229FA1"/>
            </a:solidFill>
            <a:prstDash val="solid"/>
            <a:round/>
            <a:headEnd len="sm" w="sm" type="none"/>
            <a:tailEnd len="sm" w="sm" type="none"/>
          </a:ln>
        </p:spPr>
      </p:sp>
      <p:sp>
        <p:nvSpPr>
          <p:cNvPr id="316" name="Google Shape;316;p48"/>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17" name="Shape 317"/>
        <p:cNvGrpSpPr/>
        <p:nvPr/>
      </p:nvGrpSpPr>
      <p:grpSpPr>
        <a:xfrm>
          <a:off x="0" y="0"/>
          <a:ext cx="0" cy="0"/>
          <a:chOff x="0" y="0"/>
          <a:chExt cx="0" cy="0"/>
        </a:xfrm>
      </p:grpSpPr>
      <p:sp>
        <p:nvSpPr>
          <p:cNvPr id="318" name="Google Shape;318;p49"/>
          <p:cNvSpPr txBox="1"/>
          <p:nvPr>
            <p:ph idx="1" type="body"/>
          </p:nvPr>
        </p:nvSpPr>
        <p:spPr>
          <a:xfrm>
            <a:off x="415600" y="5440300"/>
            <a:ext cx="5370000" cy="12348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9" name="Google Shape;319;p49"/>
          <p:cNvSpPr/>
          <p:nvPr>
            <p:ph idx="2" type="pic"/>
          </p:nvPr>
        </p:nvSpPr>
        <p:spPr>
          <a:xfrm>
            <a:off x="6406433" y="1511067"/>
            <a:ext cx="5370000" cy="3190500"/>
          </a:xfrm>
          <a:prstGeom prst="rect">
            <a:avLst/>
          </a:prstGeom>
          <a:noFill/>
          <a:ln cap="flat" cmpd="sng" w="25400">
            <a:solidFill>
              <a:srgbClr val="229FA1"/>
            </a:solidFill>
            <a:prstDash val="solid"/>
            <a:round/>
            <a:headEnd len="sm" w="sm" type="none"/>
            <a:tailEnd len="sm" w="sm" type="none"/>
          </a:ln>
        </p:spPr>
      </p:sp>
      <p:sp>
        <p:nvSpPr>
          <p:cNvPr id="320" name="Google Shape;320;p49"/>
          <p:cNvSpPr/>
          <p:nvPr>
            <p:ph idx="3" type="pic"/>
          </p:nvPr>
        </p:nvSpPr>
        <p:spPr>
          <a:xfrm>
            <a:off x="415633" y="1511067"/>
            <a:ext cx="5370000" cy="3190500"/>
          </a:xfrm>
          <a:prstGeom prst="rect">
            <a:avLst/>
          </a:prstGeom>
          <a:noFill/>
          <a:ln cap="flat" cmpd="sng" w="25400">
            <a:solidFill>
              <a:srgbClr val="229FA1"/>
            </a:solidFill>
            <a:prstDash val="solid"/>
            <a:round/>
            <a:headEnd len="sm" w="sm" type="none"/>
            <a:tailEnd len="sm" w="sm" type="none"/>
          </a:ln>
        </p:spPr>
      </p:sp>
      <p:sp>
        <p:nvSpPr>
          <p:cNvPr id="321" name="Google Shape;321;p49"/>
          <p:cNvSpPr txBox="1"/>
          <p:nvPr>
            <p:ph idx="4" type="body"/>
          </p:nvPr>
        </p:nvSpPr>
        <p:spPr>
          <a:xfrm>
            <a:off x="6406433" y="5440300"/>
            <a:ext cx="5370000" cy="12348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2" name="Google Shape;322;p4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23" name="Google Shape;323;p49"/>
          <p:cNvSpPr txBox="1"/>
          <p:nvPr>
            <p:ph idx="5" type="subTitle"/>
          </p:nvPr>
        </p:nvSpPr>
        <p:spPr>
          <a:xfrm>
            <a:off x="415633" y="4777200"/>
            <a:ext cx="5370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324" name="Google Shape;324;p49"/>
          <p:cNvSpPr txBox="1"/>
          <p:nvPr>
            <p:ph idx="6" type="subTitle"/>
          </p:nvPr>
        </p:nvSpPr>
        <p:spPr>
          <a:xfrm>
            <a:off x="6406433" y="4777200"/>
            <a:ext cx="53700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325" name="Google Shape;325;p49"/>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26" name="Shape 326"/>
        <p:cNvGrpSpPr/>
        <p:nvPr/>
      </p:nvGrpSpPr>
      <p:grpSpPr>
        <a:xfrm>
          <a:off x="0" y="0"/>
          <a:ext cx="0" cy="0"/>
          <a:chOff x="0" y="0"/>
          <a:chExt cx="0" cy="0"/>
        </a:xfrm>
      </p:grpSpPr>
      <p:sp>
        <p:nvSpPr>
          <p:cNvPr id="327" name="Google Shape;327;p50"/>
          <p:cNvSpPr txBox="1"/>
          <p:nvPr>
            <p:ph idx="1" type="body"/>
          </p:nvPr>
        </p:nvSpPr>
        <p:spPr>
          <a:xfrm>
            <a:off x="415600" y="5215600"/>
            <a:ext cx="3502800" cy="1358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8" name="Google Shape;328;p50"/>
          <p:cNvSpPr/>
          <p:nvPr>
            <p:ph idx="2" type="pic"/>
          </p:nvPr>
        </p:nvSpPr>
        <p:spPr>
          <a:xfrm>
            <a:off x="8273633" y="1504433"/>
            <a:ext cx="3502800" cy="3030900"/>
          </a:xfrm>
          <a:prstGeom prst="rect">
            <a:avLst/>
          </a:prstGeom>
          <a:noFill/>
          <a:ln cap="flat" cmpd="sng" w="25400">
            <a:solidFill>
              <a:srgbClr val="229FA1"/>
            </a:solidFill>
            <a:prstDash val="solid"/>
            <a:round/>
            <a:headEnd len="sm" w="sm" type="none"/>
            <a:tailEnd len="sm" w="sm" type="none"/>
          </a:ln>
        </p:spPr>
      </p:sp>
      <p:sp>
        <p:nvSpPr>
          <p:cNvPr id="329" name="Google Shape;329;p50"/>
          <p:cNvSpPr/>
          <p:nvPr>
            <p:ph idx="3" type="pic"/>
          </p:nvPr>
        </p:nvSpPr>
        <p:spPr>
          <a:xfrm>
            <a:off x="415633" y="1504433"/>
            <a:ext cx="3502800" cy="3030900"/>
          </a:xfrm>
          <a:prstGeom prst="rect">
            <a:avLst/>
          </a:prstGeom>
          <a:noFill/>
          <a:ln cap="flat" cmpd="sng" w="25400">
            <a:solidFill>
              <a:srgbClr val="229FA1"/>
            </a:solidFill>
            <a:prstDash val="solid"/>
            <a:round/>
            <a:headEnd len="sm" w="sm" type="none"/>
            <a:tailEnd len="sm" w="sm" type="none"/>
          </a:ln>
        </p:spPr>
      </p:sp>
      <p:sp>
        <p:nvSpPr>
          <p:cNvPr id="330" name="Google Shape;330;p50"/>
          <p:cNvSpPr txBox="1"/>
          <p:nvPr>
            <p:ph idx="4" type="body"/>
          </p:nvPr>
        </p:nvSpPr>
        <p:spPr>
          <a:xfrm>
            <a:off x="8273633" y="5215600"/>
            <a:ext cx="3502800" cy="1358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31" name="Google Shape;331;p50"/>
          <p:cNvSpPr/>
          <p:nvPr>
            <p:ph idx="5" type="pic"/>
          </p:nvPr>
        </p:nvSpPr>
        <p:spPr>
          <a:xfrm>
            <a:off x="4340333" y="1504433"/>
            <a:ext cx="3502800" cy="3030900"/>
          </a:xfrm>
          <a:prstGeom prst="rect">
            <a:avLst/>
          </a:prstGeom>
          <a:noFill/>
          <a:ln cap="flat" cmpd="sng" w="25400">
            <a:solidFill>
              <a:srgbClr val="229FA1"/>
            </a:solidFill>
            <a:prstDash val="solid"/>
            <a:round/>
            <a:headEnd len="sm" w="sm" type="none"/>
            <a:tailEnd len="sm" w="sm" type="none"/>
          </a:ln>
        </p:spPr>
      </p:sp>
      <p:sp>
        <p:nvSpPr>
          <p:cNvPr id="332" name="Google Shape;332;p50"/>
          <p:cNvSpPr txBox="1"/>
          <p:nvPr>
            <p:ph idx="6" type="body"/>
          </p:nvPr>
        </p:nvSpPr>
        <p:spPr>
          <a:xfrm>
            <a:off x="4340333" y="5215600"/>
            <a:ext cx="3502800" cy="1358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33" name="Google Shape;333;p5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34" name="Google Shape;334;p50"/>
          <p:cNvSpPr txBox="1"/>
          <p:nvPr>
            <p:ph idx="7" type="subTitle"/>
          </p:nvPr>
        </p:nvSpPr>
        <p:spPr>
          <a:xfrm>
            <a:off x="415633" y="4574000"/>
            <a:ext cx="35028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335" name="Google Shape;335;p50"/>
          <p:cNvSpPr txBox="1"/>
          <p:nvPr>
            <p:ph idx="8" type="subTitle"/>
          </p:nvPr>
        </p:nvSpPr>
        <p:spPr>
          <a:xfrm>
            <a:off x="8273633" y="4574000"/>
            <a:ext cx="35028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336" name="Google Shape;336;p50"/>
          <p:cNvSpPr txBox="1"/>
          <p:nvPr>
            <p:ph idx="9" type="subTitle"/>
          </p:nvPr>
        </p:nvSpPr>
        <p:spPr>
          <a:xfrm>
            <a:off x="4340333" y="4574000"/>
            <a:ext cx="3502800" cy="641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337" name="Google Shape;337;p50"/>
          <p:cNvSpPr/>
          <p:nvPr/>
        </p:nvSpPr>
        <p:spPr>
          <a:xfrm>
            <a:off x="45400" y="86333"/>
            <a:ext cx="12101100" cy="167100"/>
          </a:xfrm>
          <a:prstGeom prst="roundRect">
            <a:avLst>
              <a:gd fmla="val 8852" name="adj"/>
            </a:avLst>
          </a:prstGeom>
          <a:solidFill>
            <a:srgbClr val="229FA1"/>
          </a:solidFill>
          <a:ln cap="flat" cmpd="sng" w="50800">
            <a:solidFill>
              <a:srgbClr val="229FA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38" name="Shape 338"/>
        <p:cNvGrpSpPr/>
        <p:nvPr/>
      </p:nvGrpSpPr>
      <p:grpSpPr>
        <a:xfrm>
          <a:off x="0" y="0"/>
          <a:ext cx="0" cy="0"/>
          <a:chOff x="0" y="0"/>
          <a:chExt cx="0" cy="0"/>
        </a:xfrm>
      </p:grpSpPr>
      <p:sp>
        <p:nvSpPr>
          <p:cNvPr id="339" name="Google Shape;339;p51"/>
          <p:cNvSpPr/>
          <p:nvPr>
            <p:ph idx="2" type="pic"/>
          </p:nvPr>
        </p:nvSpPr>
        <p:spPr>
          <a:xfrm>
            <a:off x="415650" y="832958"/>
            <a:ext cx="11360700" cy="5192100"/>
          </a:xfrm>
          <a:prstGeom prst="rect">
            <a:avLst/>
          </a:prstGeom>
          <a:noFill/>
          <a:ln cap="flat" cmpd="sng" w="25400">
            <a:solidFill>
              <a:srgbClr val="229FA1"/>
            </a:solidFill>
            <a:prstDash val="solid"/>
            <a:round/>
            <a:headEnd len="sm" w="sm" type="none"/>
            <a:tailEnd len="sm" w="sm" type="none"/>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40" name="Shape 340"/>
        <p:cNvGrpSpPr/>
        <p:nvPr/>
      </p:nvGrpSpPr>
      <p:grpSpPr>
        <a:xfrm>
          <a:off x="0" y="0"/>
          <a:ext cx="0" cy="0"/>
          <a:chOff x="0" y="0"/>
          <a:chExt cx="0" cy="0"/>
        </a:xfrm>
      </p:grpSpPr>
      <p:sp>
        <p:nvSpPr>
          <p:cNvPr id="341" name="Google Shape;341;p52"/>
          <p:cNvSpPr/>
          <p:nvPr>
            <p:ph idx="2" type="pic"/>
          </p:nvPr>
        </p:nvSpPr>
        <p:spPr>
          <a:xfrm>
            <a:off x="4274179" y="446465"/>
            <a:ext cx="1926300" cy="1799100"/>
          </a:xfrm>
          <a:prstGeom prst="rect">
            <a:avLst/>
          </a:prstGeom>
          <a:noFill/>
          <a:ln cap="flat" cmpd="sng" w="25400">
            <a:solidFill>
              <a:srgbClr val="229FA1"/>
            </a:solidFill>
            <a:prstDash val="solid"/>
            <a:round/>
            <a:headEnd len="sm" w="sm" type="none"/>
            <a:tailEnd len="sm" w="sm" type="none"/>
          </a:ln>
        </p:spPr>
      </p:sp>
      <p:sp>
        <p:nvSpPr>
          <p:cNvPr id="342" name="Google Shape;342;p52"/>
          <p:cNvSpPr/>
          <p:nvPr>
            <p:ph idx="3" type="pic"/>
          </p:nvPr>
        </p:nvSpPr>
        <p:spPr>
          <a:xfrm>
            <a:off x="6391245" y="446465"/>
            <a:ext cx="1926300" cy="1799100"/>
          </a:xfrm>
          <a:prstGeom prst="rect">
            <a:avLst/>
          </a:prstGeom>
          <a:noFill/>
          <a:ln cap="flat" cmpd="sng" w="25400">
            <a:solidFill>
              <a:srgbClr val="229FA1"/>
            </a:solidFill>
            <a:prstDash val="solid"/>
            <a:round/>
            <a:headEnd len="sm" w="sm" type="none"/>
            <a:tailEnd len="sm" w="sm" type="none"/>
          </a:ln>
        </p:spPr>
      </p:sp>
      <p:sp>
        <p:nvSpPr>
          <p:cNvPr id="343" name="Google Shape;343;p52"/>
          <p:cNvSpPr/>
          <p:nvPr>
            <p:ph idx="4" type="pic"/>
          </p:nvPr>
        </p:nvSpPr>
        <p:spPr>
          <a:xfrm>
            <a:off x="8508311" y="446465"/>
            <a:ext cx="1926300" cy="1799100"/>
          </a:xfrm>
          <a:prstGeom prst="rect">
            <a:avLst/>
          </a:prstGeom>
          <a:noFill/>
          <a:ln cap="flat" cmpd="sng" w="25400">
            <a:solidFill>
              <a:srgbClr val="229FA1"/>
            </a:solidFill>
            <a:prstDash val="solid"/>
            <a:round/>
            <a:headEnd len="sm" w="sm" type="none"/>
            <a:tailEnd len="sm" w="sm" type="none"/>
          </a:ln>
        </p:spPr>
      </p:sp>
      <p:sp>
        <p:nvSpPr>
          <p:cNvPr id="344" name="Google Shape;344;p52"/>
          <p:cNvSpPr/>
          <p:nvPr>
            <p:ph idx="5" type="pic"/>
          </p:nvPr>
        </p:nvSpPr>
        <p:spPr>
          <a:xfrm>
            <a:off x="4274165" y="2421675"/>
            <a:ext cx="1926300" cy="1799100"/>
          </a:xfrm>
          <a:prstGeom prst="rect">
            <a:avLst/>
          </a:prstGeom>
          <a:noFill/>
          <a:ln cap="flat" cmpd="sng" w="25400">
            <a:solidFill>
              <a:srgbClr val="229FA1"/>
            </a:solidFill>
            <a:prstDash val="solid"/>
            <a:round/>
            <a:headEnd len="sm" w="sm" type="none"/>
            <a:tailEnd len="sm" w="sm" type="none"/>
          </a:ln>
        </p:spPr>
      </p:sp>
      <p:sp>
        <p:nvSpPr>
          <p:cNvPr id="345" name="Google Shape;345;p52"/>
          <p:cNvSpPr/>
          <p:nvPr>
            <p:ph idx="6" type="pic"/>
          </p:nvPr>
        </p:nvSpPr>
        <p:spPr>
          <a:xfrm>
            <a:off x="6391230" y="2421675"/>
            <a:ext cx="1926300" cy="1799100"/>
          </a:xfrm>
          <a:prstGeom prst="rect">
            <a:avLst/>
          </a:prstGeom>
          <a:noFill/>
          <a:ln cap="flat" cmpd="sng" w="25400">
            <a:solidFill>
              <a:srgbClr val="229FA1"/>
            </a:solidFill>
            <a:prstDash val="solid"/>
            <a:round/>
            <a:headEnd len="sm" w="sm" type="none"/>
            <a:tailEnd len="sm" w="sm" type="none"/>
          </a:ln>
        </p:spPr>
      </p:sp>
      <p:sp>
        <p:nvSpPr>
          <p:cNvPr id="346" name="Google Shape;346;p52"/>
          <p:cNvSpPr/>
          <p:nvPr>
            <p:ph idx="7" type="pic"/>
          </p:nvPr>
        </p:nvSpPr>
        <p:spPr>
          <a:xfrm>
            <a:off x="8508296" y="2421675"/>
            <a:ext cx="1926300" cy="1799100"/>
          </a:xfrm>
          <a:prstGeom prst="rect">
            <a:avLst/>
          </a:prstGeom>
          <a:noFill/>
          <a:ln cap="flat" cmpd="sng" w="25400">
            <a:solidFill>
              <a:srgbClr val="229FA1"/>
            </a:solidFill>
            <a:prstDash val="solid"/>
            <a:round/>
            <a:headEnd len="sm" w="sm" type="none"/>
            <a:tailEnd len="sm" w="sm" type="none"/>
          </a:ln>
        </p:spPr>
      </p:sp>
      <p:sp>
        <p:nvSpPr>
          <p:cNvPr id="347" name="Google Shape;347;p52"/>
          <p:cNvSpPr txBox="1"/>
          <p:nvPr>
            <p:ph type="title"/>
          </p:nvPr>
        </p:nvSpPr>
        <p:spPr>
          <a:xfrm>
            <a:off x="468733" y="593367"/>
            <a:ext cx="3462300" cy="2275200"/>
          </a:xfrm>
          <a:prstGeom prst="rect">
            <a:avLst/>
          </a:prstGeom>
        </p:spPr>
        <p:txBody>
          <a:bodyPr anchorCtr="0" anchor="t" bIns="121900" lIns="121900" spcFirstLastPara="1" rIns="121900" wrap="square" tIns="121900">
            <a:spAutoFit/>
          </a:bodyPr>
          <a:lstStyle>
            <a:lvl1pPr lvl="0">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8" name="Google Shape;348;p52"/>
          <p:cNvSpPr/>
          <p:nvPr>
            <p:ph idx="8" type="pic"/>
          </p:nvPr>
        </p:nvSpPr>
        <p:spPr>
          <a:xfrm>
            <a:off x="4274165" y="4396858"/>
            <a:ext cx="1926300" cy="1799100"/>
          </a:xfrm>
          <a:prstGeom prst="rect">
            <a:avLst/>
          </a:prstGeom>
          <a:noFill/>
          <a:ln cap="flat" cmpd="sng" w="25400">
            <a:solidFill>
              <a:srgbClr val="229FA1"/>
            </a:solidFill>
            <a:prstDash val="solid"/>
            <a:round/>
            <a:headEnd len="sm" w="sm" type="none"/>
            <a:tailEnd len="sm" w="sm" type="none"/>
          </a:ln>
        </p:spPr>
      </p:sp>
      <p:sp>
        <p:nvSpPr>
          <p:cNvPr id="349" name="Google Shape;349;p52"/>
          <p:cNvSpPr/>
          <p:nvPr>
            <p:ph idx="9" type="pic"/>
          </p:nvPr>
        </p:nvSpPr>
        <p:spPr>
          <a:xfrm>
            <a:off x="6391230" y="4396858"/>
            <a:ext cx="1926300" cy="1799100"/>
          </a:xfrm>
          <a:prstGeom prst="rect">
            <a:avLst/>
          </a:prstGeom>
          <a:noFill/>
          <a:ln cap="flat" cmpd="sng" w="25400">
            <a:solidFill>
              <a:srgbClr val="229FA1"/>
            </a:solidFill>
            <a:prstDash val="solid"/>
            <a:round/>
            <a:headEnd len="sm" w="sm" type="none"/>
            <a:tailEnd len="sm" w="sm" type="none"/>
          </a:ln>
        </p:spPr>
      </p:sp>
      <p:sp>
        <p:nvSpPr>
          <p:cNvPr id="350" name="Google Shape;350;p52"/>
          <p:cNvSpPr/>
          <p:nvPr>
            <p:ph idx="13" type="pic"/>
          </p:nvPr>
        </p:nvSpPr>
        <p:spPr>
          <a:xfrm>
            <a:off x="8508296" y="4396858"/>
            <a:ext cx="1926300" cy="1799100"/>
          </a:xfrm>
          <a:prstGeom prst="rect">
            <a:avLst/>
          </a:prstGeom>
          <a:noFill/>
          <a:ln cap="flat" cmpd="sng" w="25400">
            <a:solidFill>
              <a:srgbClr val="229FA1"/>
            </a:solidFill>
            <a:prstDash val="solid"/>
            <a:round/>
            <a:headEnd len="sm" w="sm" type="none"/>
            <a:tailEnd len="sm" w="sm" type="none"/>
          </a:ln>
        </p:spPr>
      </p:sp>
    </p:spTree>
  </p:cSld>
  <p:clrMapOvr>
    <a:masterClrMapping/>
  </p:clrMapOvr>
  <p:extLst>
    <p:ext uri="{DCECCB84-F9BA-43D5-87BE-67443E8EF086}">
      <p15:sldGuideLst>
        <p15:guide id="1" pos="7418">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l + Orange Tiger Theme">
  <p:cSld name="DEFAULT">
    <p:spTree>
      <p:nvGrpSpPr>
        <p:cNvPr id="351" name="Shape 351"/>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s">
  <p:cSld name="CUSTOM_15_1">
    <p:spTree>
      <p:nvGrpSpPr>
        <p:cNvPr id="352" name="Shape 352"/>
        <p:cNvGrpSpPr/>
        <p:nvPr/>
      </p:nvGrpSpPr>
      <p:grpSpPr>
        <a:xfrm>
          <a:off x="0" y="0"/>
          <a:ext cx="0" cy="0"/>
          <a:chOff x="0" y="0"/>
          <a:chExt cx="0" cy="0"/>
        </a:xfrm>
      </p:grpSpPr>
      <p:sp>
        <p:nvSpPr>
          <p:cNvPr id="353" name="Google Shape;353;p5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lgn="ctr">
              <a:spcBef>
                <a:spcPts val="0"/>
              </a:spcBef>
              <a:spcAft>
                <a:spcPts val="0"/>
              </a:spcAft>
              <a:buSzPts val="36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54" name="Google Shape;354;p54"/>
          <p:cNvSpPr/>
          <p:nvPr>
            <p:ph idx="2" type="pic"/>
          </p:nvPr>
        </p:nvSpPr>
        <p:spPr>
          <a:xfrm>
            <a:off x="1856133" y="1824867"/>
            <a:ext cx="1337700" cy="1337700"/>
          </a:xfrm>
          <a:prstGeom prst="ellipse">
            <a:avLst/>
          </a:prstGeom>
          <a:noFill/>
          <a:ln>
            <a:noFill/>
          </a:ln>
        </p:spPr>
      </p:sp>
      <p:sp>
        <p:nvSpPr>
          <p:cNvPr id="355" name="Google Shape;355;p54"/>
          <p:cNvSpPr/>
          <p:nvPr>
            <p:ph idx="3" type="pic"/>
          </p:nvPr>
        </p:nvSpPr>
        <p:spPr>
          <a:xfrm>
            <a:off x="4220908" y="1824867"/>
            <a:ext cx="1337700" cy="1337700"/>
          </a:xfrm>
          <a:prstGeom prst="ellipse">
            <a:avLst/>
          </a:prstGeom>
          <a:noFill/>
          <a:ln>
            <a:noFill/>
          </a:ln>
        </p:spPr>
      </p:sp>
      <p:sp>
        <p:nvSpPr>
          <p:cNvPr id="356" name="Google Shape;356;p54"/>
          <p:cNvSpPr/>
          <p:nvPr>
            <p:ph idx="4" type="pic"/>
          </p:nvPr>
        </p:nvSpPr>
        <p:spPr>
          <a:xfrm>
            <a:off x="6601714" y="1824867"/>
            <a:ext cx="1337700" cy="1337700"/>
          </a:xfrm>
          <a:prstGeom prst="ellipse">
            <a:avLst/>
          </a:prstGeom>
          <a:noFill/>
          <a:ln>
            <a:noFill/>
          </a:ln>
        </p:spPr>
      </p:sp>
      <p:sp>
        <p:nvSpPr>
          <p:cNvPr id="357" name="Google Shape;357;p54"/>
          <p:cNvSpPr/>
          <p:nvPr>
            <p:ph idx="5" type="pic"/>
          </p:nvPr>
        </p:nvSpPr>
        <p:spPr>
          <a:xfrm>
            <a:off x="8966488" y="1824867"/>
            <a:ext cx="1337700" cy="1337700"/>
          </a:xfrm>
          <a:prstGeom prst="ellipse">
            <a:avLst/>
          </a:prstGeom>
          <a:noFill/>
          <a:ln>
            <a:noFill/>
          </a:ln>
        </p:spPr>
      </p:sp>
      <p:sp>
        <p:nvSpPr>
          <p:cNvPr id="358" name="Google Shape;358;p54"/>
          <p:cNvSpPr/>
          <p:nvPr>
            <p:ph idx="6" type="pic"/>
          </p:nvPr>
        </p:nvSpPr>
        <p:spPr>
          <a:xfrm>
            <a:off x="1887533" y="4193200"/>
            <a:ext cx="1337700" cy="1337700"/>
          </a:xfrm>
          <a:prstGeom prst="ellipse">
            <a:avLst/>
          </a:prstGeom>
          <a:noFill/>
          <a:ln>
            <a:noFill/>
          </a:ln>
        </p:spPr>
      </p:sp>
      <p:sp>
        <p:nvSpPr>
          <p:cNvPr id="359" name="Google Shape;359;p54"/>
          <p:cNvSpPr/>
          <p:nvPr>
            <p:ph idx="7" type="pic"/>
          </p:nvPr>
        </p:nvSpPr>
        <p:spPr>
          <a:xfrm>
            <a:off x="4252426" y="4193200"/>
            <a:ext cx="1337700" cy="1337700"/>
          </a:xfrm>
          <a:prstGeom prst="ellipse">
            <a:avLst/>
          </a:prstGeom>
          <a:noFill/>
          <a:ln>
            <a:noFill/>
          </a:ln>
        </p:spPr>
      </p:sp>
      <p:sp>
        <p:nvSpPr>
          <p:cNvPr id="360" name="Google Shape;360;p54"/>
          <p:cNvSpPr/>
          <p:nvPr>
            <p:ph idx="8" type="pic"/>
          </p:nvPr>
        </p:nvSpPr>
        <p:spPr>
          <a:xfrm>
            <a:off x="6633350" y="4193200"/>
            <a:ext cx="1337700" cy="1337700"/>
          </a:xfrm>
          <a:prstGeom prst="ellipse">
            <a:avLst/>
          </a:prstGeom>
          <a:noFill/>
          <a:ln>
            <a:noFill/>
          </a:ln>
        </p:spPr>
      </p:sp>
      <p:sp>
        <p:nvSpPr>
          <p:cNvPr id="361" name="Google Shape;361;p54"/>
          <p:cNvSpPr/>
          <p:nvPr>
            <p:ph idx="9" type="pic"/>
          </p:nvPr>
        </p:nvSpPr>
        <p:spPr>
          <a:xfrm>
            <a:off x="8998243" y="4193200"/>
            <a:ext cx="1337700" cy="1337700"/>
          </a:xfrm>
          <a:prstGeom prst="ellipse">
            <a:avLst/>
          </a:prstGeom>
          <a:noFill/>
          <a:ln>
            <a:noFill/>
          </a:ln>
        </p:spPr>
      </p:sp>
      <p:sp>
        <p:nvSpPr>
          <p:cNvPr id="362" name="Google Shape;362;p54"/>
          <p:cNvSpPr txBox="1"/>
          <p:nvPr>
            <p:ph idx="1" type="body"/>
          </p:nvPr>
        </p:nvSpPr>
        <p:spPr>
          <a:xfrm>
            <a:off x="1797933" y="3320400"/>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3" name="Google Shape;363;p54"/>
          <p:cNvSpPr txBox="1"/>
          <p:nvPr>
            <p:ph idx="13" type="body"/>
          </p:nvPr>
        </p:nvSpPr>
        <p:spPr>
          <a:xfrm>
            <a:off x="4131300" y="3320400"/>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4" name="Google Shape;364;p54"/>
          <p:cNvSpPr txBox="1"/>
          <p:nvPr>
            <p:ph idx="14" type="body"/>
          </p:nvPr>
        </p:nvSpPr>
        <p:spPr>
          <a:xfrm>
            <a:off x="6543767" y="3320400"/>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5" name="Google Shape;365;p54"/>
          <p:cNvSpPr txBox="1"/>
          <p:nvPr>
            <p:ph idx="15" type="body"/>
          </p:nvPr>
        </p:nvSpPr>
        <p:spPr>
          <a:xfrm>
            <a:off x="8876900" y="3320400"/>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6" name="Google Shape;366;p54"/>
          <p:cNvSpPr txBox="1"/>
          <p:nvPr>
            <p:ph idx="16" type="body"/>
          </p:nvPr>
        </p:nvSpPr>
        <p:spPr>
          <a:xfrm>
            <a:off x="1798117" y="5775433"/>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7" name="Google Shape;367;p54"/>
          <p:cNvSpPr txBox="1"/>
          <p:nvPr>
            <p:ph idx="17" type="body"/>
          </p:nvPr>
        </p:nvSpPr>
        <p:spPr>
          <a:xfrm>
            <a:off x="4131483" y="5775433"/>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8" name="Google Shape;368;p54"/>
          <p:cNvSpPr txBox="1"/>
          <p:nvPr>
            <p:ph idx="18" type="body"/>
          </p:nvPr>
        </p:nvSpPr>
        <p:spPr>
          <a:xfrm>
            <a:off x="6543950" y="5775433"/>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
        <p:nvSpPr>
          <p:cNvPr id="369" name="Google Shape;369;p54"/>
          <p:cNvSpPr txBox="1"/>
          <p:nvPr>
            <p:ph idx="19" type="body"/>
          </p:nvPr>
        </p:nvSpPr>
        <p:spPr>
          <a:xfrm>
            <a:off x="8877083" y="5775433"/>
            <a:ext cx="1516800" cy="491700"/>
          </a:xfrm>
          <a:prstGeom prst="rect">
            <a:avLst/>
          </a:prstGeom>
        </p:spPr>
        <p:txBody>
          <a:bodyPr anchorCtr="0" anchor="t" bIns="121900" lIns="121900" spcFirstLastPara="1" rIns="121900" wrap="square" tIns="121900">
            <a:normAutofit/>
          </a:bodyPr>
          <a:lstStyle>
            <a:lvl1pPr indent="-311150" lvl="0" marL="457200" algn="ctr">
              <a:spcBef>
                <a:spcPts val="0"/>
              </a:spcBef>
              <a:spcAft>
                <a:spcPts val="0"/>
              </a:spcAft>
              <a:buClr>
                <a:schemeClr val="lt2"/>
              </a:buClr>
              <a:buSzPts val="1300"/>
              <a:buChar char="●"/>
              <a:defRPr sz="1300">
                <a:solidFill>
                  <a:schemeClr val="lt2"/>
                </a:solidFill>
              </a:defRPr>
            </a:lvl1pPr>
            <a:lvl2pPr indent="-311150" lvl="1" marL="914400" algn="ctr">
              <a:spcBef>
                <a:spcPts val="0"/>
              </a:spcBef>
              <a:spcAft>
                <a:spcPts val="0"/>
              </a:spcAft>
              <a:buClr>
                <a:schemeClr val="lt2"/>
              </a:buClr>
              <a:buSzPts val="1300"/>
              <a:buChar char="○"/>
              <a:defRPr sz="1300">
                <a:solidFill>
                  <a:schemeClr val="lt2"/>
                </a:solidFill>
              </a:defRPr>
            </a:lvl2pPr>
            <a:lvl3pPr indent="-311150" lvl="2" marL="1371600" algn="ctr">
              <a:spcBef>
                <a:spcPts val="0"/>
              </a:spcBef>
              <a:spcAft>
                <a:spcPts val="0"/>
              </a:spcAft>
              <a:buClr>
                <a:schemeClr val="lt2"/>
              </a:buClr>
              <a:buSzPts val="1300"/>
              <a:buChar char="■"/>
              <a:defRPr sz="1300">
                <a:solidFill>
                  <a:schemeClr val="lt2"/>
                </a:solidFill>
              </a:defRPr>
            </a:lvl3pPr>
            <a:lvl4pPr indent="-311150" lvl="3" marL="1828800" algn="ctr">
              <a:spcBef>
                <a:spcPts val="0"/>
              </a:spcBef>
              <a:spcAft>
                <a:spcPts val="0"/>
              </a:spcAft>
              <a:buClr>
                <a:schemeClr val="lt2"/>
              </a:buClr>
              <a:buSzPts val="1300"/>
              <a:buChar char="●"/>
              <a:defRPr sz="1300">
                <a:solidFill>
                  <a:schemeClr val="lt2"/>
                </a:solidFill>
              </a:defRPr>
            </a:lvl4pPr>
            <a:lvl5pPr indent="-311150" lvl="4" marL="2286000" algn="ctr">
              <a:spcBef>
                <a:spcPts val="0"/>
              </a:spcBef>
              <a:spcAft>
                <a:spcPts val="0"/>
              </a:spcAft>
              <a:buClr>
                <a:schemeClr val="lt2"/>
              </a:buClr>
              <a:buSzPts val="1300"/>
              <a:buChar char="○"/>
              <a:defRPr sz="1300">
                <a:solidFill>
                  <a:schemeClr val="lt2"/>
                </a:solidFill>
              </a:defRPr>
            </a:lvl5pPr>
            <a:lvl6pPr indent="-311150" lvl="5" marL="2743200" algn="ctr">
              <a:spcBef>
                <a:spcPts val="0"/>
              </a:spcBef>
              <a:spcAft>
                <a:spcPts val="0"/>
              </a:spcAft>
              <a:buClr>
                <a:schemeClr val="lt2"/>
              </a:buClr>
              <a:buSzPts val="1300"/>
              <a:buChar char="■"/>
              <a:defRPr sz="1300">
                <a:solidFill>
                  <a:schemeClr val="lt2"/>
                </a:solidFill>
              </a:defRPr>
            </a:lvl6pPr>
            <a:lvl7pPr indent="-311150" lvl="6" marL="3200400" algn="ctr">
              <a:spcBef>
                <a:spcPts val="0"/>
              </a:spcBef>
              <a:spcAft>
                <a:spcPts val="0"/>
              </a:spcAft>
              <a:buClr>
                <a:schemeClr val="lt2"/>
              </a:buClr>
              <a:buSzPts val="1300"/>
              <a:buChar char="●"/>
              <a:defRPr sz="1300">
                <a:solidFill>
                  <a:schemeClr val="lt2"/>
                </a:solidFill>
              </a:defRPr>
            </a:lvl7pPr>
            <a:lvl8pPr indent="-311150" lvl="7" marL="3657600" algn="ctr">
              <a:spcBef>
                <a:spcPts val="0"/>
              </a:spcBef>
              <a:spcAft>
                <a:spcPts val="0"/>
              </a:spcAft>
              <a:buClr>
                <a:schemeClr val="lt2"/>
              </a:buClr>
              <a:buSzPts val="1300"/>
              <a:buChar char="○"/>
              <a:defRPr sz="1300">
                <a:solidFill>
                  <a:schemeClr val="lt2"/>
                </a:solidFill>
              </a:defRPr>
            </a:lvl8pPr>
            <a:lvl9pPr indent="-311150" lvl="8" marL="4114800" algn="ctr">
              <a:spcBef>
                <a:spcPts val="0"/>
              </a:spcBef>
              <a:spcAft>
                <a:spcPts val="0"/>
              </a:spcAft>
              <a:buClr>
                <a:schemeClr val="lt2"/>
              </a:buClr>
              <a:buSzPts val="1300"/>
              <a:buChar char="■"/>
              <a:defRPr sz="1300">
                <a:solidFill>
                  <a:schemeClr val="lt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 Id="rId41" Type="http://schemas.openxmlformats.org/officeDocument/2006/relationships/slideLayout" Target="../slideLayouts/slideLayout39.xml"/><Relationship Id="rId42" Type="http://schemas.openxmlformats.org/officeDocument/2006/relationships/slideLayout" Target="../slideLayouts/slideLayout40.xml"/><Relationship Id="rId43" Type="http://schemas.openxmlformats.org/officeDocument/2006/relationships/slideLayout" Target="../slideLayouts/slideLayout41.xml"/><Relationship Id="rId44" Type="http://schemas.openxmlformats.org/officeDocument/2006/relationships/slideLayout" Target="../slideLayouts/slideLayout42.xml"/><Relationship Id="rId45" Type="http://schemas.openxmlformats.org/officeDocument/2006/relationships/slideLayout" Target="../slideLayouts/slideLayout43.xml"/><Relationship Id="rId46" Type="http://schemas.openxmlformats.org/officeDocument/2006/relationships/slideLayout" Target="../slideLayouts/slideLayout44.xml"/><Relationship Id="rId47" Type="http://schemas.openxmlformats.org/officeDocument/2006/relationships/slideLayout" Target="../slideLayouts/slideLayout45.xml"/><Relationship Id="rId48" Type="http://schemas.openxmlformats.org/officeDocument/2006/relationships/slideLayout" Target="../slideLayouts/slideLayout46.xml"/><Relationship Id="rId49" Type="http://schemas.openxmlformats.org/officeDocument/2006/relationships/slideLayout" Target="../slideLayouts/slideLayout47.xml"/><Relationship Id="rId50" Type="http://schemas.openxmlformats.org/officeDocument/2006/relationships/slideLayout" Target="../slideLayouts/slideLayout48.xml"/><Relationship Id="rId51" Type="http://schemas.openxmlformats.org/officeDocument/2006/relationships/slideLayout" Target="../slideLayouts/slideLayout49.xml"/><Relationship Id="rId52" Type="http://schemas.openxmlformats.org/officeDocument/2006/relationships/slideLayout" Target="../slideLayouts/slideLayout50.xml"/><Relationship Id="rId53" Type="http://schemas.openxmlformats.org/officeDocument/2006/relationships/slideLayout" Target="../slideLayouts/slideLayout51.xml"/><Relationship Id="rId54" Type="http://schemas.openxmlformats.org/officeDocument/2006/relationships/slideLayout" Target="../slideLayouts/slideLayout52.xml"/><Relationship Id="rId55" Type="http://schemas.openxmlformats.org/officeDocument/2006/relationships/slideLayout" Target="../slideLayouts/slideLayout53.xml"/><Relationship Id="rId5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nSpc>
                <a:spcPct val="75000"/>
              </a:lnSpc>
              <a:spcBef>
                <a:spcPts val="0"/>
              </a:spcBef>
              <a:spcAft>
                <a:spcPts val="0"/>
              </a:spcAft>
              <a:buClr>
                <a:schemeClr val="dk1"/>
              </a:buClr>
              <a:buSzPts val="3600"/>
              <a:buFont typeface="Georgia"/>
              <a:buNone/>
              <a:defRPr b="1" sz="3600">
                <a:solidFill>
                  <a:schemeClr val="dk1"/>
                </a:solidFill>
                <a:latin typeface="Georgia"/>
                <a:ea typeface="Georgia"/>
                <a:cs typeface="Georgia"/>
                <a:sym typeface="Georgia"/>
              </a:defRPr>
            </a:lvl1pPr>
            <a:lvl2pPr lvl="1">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2pPr>
            <a:lvl3pPr lvl="2">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3pPr>
            <a:lvl4pPr lvl="3">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4pPr>
            <a:lvl5pPr lvl="4">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5pPr>
            <a:lvl6pPr lvl="5">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6pPr>
            <a:lvl7pPr lvl="6">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7pPr>
            <a:lvl8pPr lvl="7">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8pPr>
            <a:lvl9pPr lvl="8">
              <a:lnSpc>
                <a:spcPct val="75000"/>
              </a:lnSpc>
              <a:spcBef>
                <a:spcPts val="0"/>
              </a:spcBef>
              <a:spcAft>
                <a:spcPts val="0"/>
              </a:spcAft>
              <a:buClr>
                <a:schemeClr val="dk1"/>
              </a:buClr>
              <a:buSzPts val="4800"/>
              <a:buFont typeface="Georgia"/>
              <a:buNone/>
              <a:defRPr b="1" sz="4800">
                <a:solidFill>
                  <a:schemeClr val="dk1"/>
                </a:solidFill>
                <a:latin typeface="Georgia"/>
                <a:ea typeface="Georgia"/>
                <a:cs typeface="Georgia"/>
                <a:sym typeface="Georgia"/>
              </a:defRPr>
            </a:lvl9pPr>
          </a:lstStyle>
          <a:p/>
        </p:txBody>
      </p:sp>
      <p:sp>
        <p:nvSpPr>
          <p:cNvPr id="11" name="Google Shape;11;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42900" lvl="0" marL="4572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1pPr>
            <a:lvl2pPr indent="-342900" lvl="1" marL="9144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2pPr>
            <a:lvl3pPr indent="-342900" lvl="2" marL="13716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3pPr>
            <a:lvl4pPr indent="-342900" lvl="3" marL="18288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4pPr>
            <a:lvl5pPr indent="-342900" lvl="4" marL="22860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5pPr>
            <a:lvl6pPr indent="-342900" lvl="5" marL="27432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6pPr>
            <a:lvl7pPr indent="-342900" lvl="6" marL="32004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7pPr>
            <a:lvl8pPr indent="-342900" lvl="7" marL="36576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8pPr>
            <a:lvl9pPr indent="-342900" lvl="8" marL="4114800">
              <a:lnSpc>
                <a:spcPct val="115000"/>
              </a:lnSpc>
              <a:spcBef>
                <a:spcPts val="0"/>
              </a:spcBef>
              <a:spcAft>
                <a:spcPts val="0"/>
              </a:spcAft>
              <a:buClr>
                <a:srgbClr val="9E9E9E"/>
              </a:buClr>
              <a:buSzPts val="1800"/>
              <a:buFont typeface="Calibri"/>
              <a:buChar char="■"/>
              <a:defRPr sz="1800">
                <a:solidFill>
                  <a:srgbClr val="9E9E9E"/>
                </a:solidFill>
                <a:latin typeface="Calibri"/>
                <a:ea typeface="Calibri"/>
                <a:cs typeface="Calibri"/>
                <a:sym typeface="Calibri"/>
              </a:defRPr>
            </a:lvl9pPr>
          </a:lstStyle>
          <a:p/>
        </p:txBody>
      </p:sp>
      <p:sp>
        <p:nvSpPr>
          <p:cNvPr id="12" name="Google Shape;12;p1"/>
          <p:cNvSpPr/>
          <p:nvPr/>
        </p:nvSpPr>
        <p:spPr>
          <a:xfrm>
            <a:off x="9998173" y="6312028"/>
            <a:ext cx="2011500" cy="341100"/>
          </a:xfrm>
          <a:prstGeom prst="roundRect">
            <a:avLst>
              <a:gd fmla="val 16667" name="adj"/>
            </a:avLst>
          </a:prstGeom>
          <a:solidFill>
            <a:srgbClr val="1B2126"/>
          </a:solidFill>
          <a:ln cap="flat" cmpd="sng" w="16925">
            <a:solidFill>
              <a:schemeClr val="accent1">
                <a:alpha val="64310"/>
              </a:schemeClr>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mnt/data/TT_LOCKUP_WHITE.png" id="13" name="Google Shape;13;p1"/>
          <p:cNvPicPr preferRelativeResize="0"/>
          <p:nvPr/>
        </p:nvPicPr>
        <p:blipFill rotWithShape="1">
          <a:blip r:embed="rId2">
            <a:alphaModFix/>
          </a:blip>
          <a:srcRect b="0" l="0" r="0" t="0"/>
          <a:stretch/>
        </p:blipFill>
        <p:spPr>
          <a:xfrm>
            <a:off x="182344" y="6287535"/>
            <a:ext cx="629950" cy="390144"/>
          </a:xfrm>
          <a:prstGeom prst="rect">
            <a:avLst/>
          </a:prstGeom>
          <a:noFill/>
          <a:ln>
            <a:noFill/>
          </a:ln>
        </p:spPr>
      </p:pic>
      <p:sp>
        <p:nvSpPr>
          <p:cNvPr id="14" name="Google Shape;14;p1"/>
          <p:cNvSpPr/>
          <p:nvPr/>
        </p:nvSpPr>
        <p:spPr>
          <a:xfrm>
            <a:off x="10059133" y="6324220"/>
            <a:ext cx="1889700" cy="3168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FFFF"/>
              </a:buClr>
              <a:buSzPts val="1300"/>
              <a:buFont typeface="Montserrat"/>
              <a:buNone/>
            </a:pPr>
            <a:r>
              <a:rPr b="1" i="0" lang="en-US" sz="1300" u="none" cap="none" strike="noStrike">
                <a:solidFill>
                  <a:srgbClr val="FFFFFF"/>
                </a:solidFill>
                <a:latin typeface="Calibri"/>
                <a:ea typeface="Calibri"/>
                <a:cs typeface="Calibri"/>
                <a:sym typeface="Calibri"/>
              </a:rPr>
              <a:t>TIGERTRACKS.AI</a:t>
            </a:r>
            <a:endParaRPr b="1" i="0" sz="1300" u="none" cap="none" strike="noStrike">
              <a:solidFill>
                <a:srgbClr val="0A1119"/>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695" r:id="rId50"/>
    <p:sldLayoutId id="2147483696" r:id="rId51"/>
    <p:sldLayoutId id="2147483697" r:id="rId52"/>
    <p:sldLayoutId id="2147483698" r:id="rId53"/>
    <p:sldLayoutId id="2147483699" r:id="rId54"/>
    <p:sldLayoutId id="2147483700"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1119"/>
        </a:solidFill>
      </p:bgPr>
    </p:bg>
    <p:spTree>
      <p:nvGrpSpPr>
        <p:cNvPr id="374" name="Shape 374"/>
        <p:cNvGrpSpPr/>
        <p:nvPr/>
      </p:nvGrpSpPr>
      <p:grpSpPr>
        <a:xfrm>
          <a:off x="0" y="0"/>
          <a:ext cx="0" cy="0"/>
          <a:chOff x="0" y="0"/>
          <a:chExt cx="0" cy="0"/>
        </a:xfrm>
      </p:grpSpPr>
      <p:sp>
        <p:nvSpPr>
          <p:cNvPr id="375" name="Google Shape;375;p55"/>
          <p:cNvSpPr/>
          <p:nvPr/>
        </p:nvSpPr>
        <p:spPr>
          <a:xfrm>
            <a:off x="685950" y="600240"/>
            <a:ext cx="108201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9FA1"/>
              </a:buClr>
              <a:buSzPts val="4400"/>
              <a:buFont typeface="Georgia"/>
              <a:buNone/>
            </a:pPr>
            <a:r>
              <a:rPr b="1" lang="en-US" sz="4400">
                <a:solidFill>
                  <a:srgbClr val="229FA1"/>
                </a:solidFill>
                <a:latin typeface="Georgia"/>
                <a:ea typeface="Georgia"/>
                <a:cs typeface="Georgia"/>
                <a:sym typeface="Georgia"/>
              </a:rPr>
              <a:t>Asana Custom Fields &amp; Filters</a:t>
            </a:r>
            <a:endParaRPr b="0" i="0" sz="4400" u="none" cap="none" strike="noStrike">
              <a:solidFill>
                <a:schemeClr val="dk1"/>
              </a:solidFill>
              <a:latin typeface="Calibri"/>
              <a:ea typeface="Calibri"/>
              <a:cs typeface="Calibri"/>
              <a:sym typeface="Calibri"/>
            </a:endParaRPr>
          </a:p>
        </p:txBody>
      </p:sp>
      <p:sp>
        <p:nvSpPr>
          <p:cNvPr id="376" name="Google Shape;376;p55"/>
          <p:cNvSpPr/>
          <p:nvPr/>
        </p:nvSpPr>
        <p:spPr>
          <a:xfrm>
            <a:off x="2244535" y="1477920"/>
            <a:ext cx="4572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98A3"/>
              </a:buClr>
              <a:buSzPts val="1800"/>
              <a:buFont typeface="Calibri"/>
              <a:buNone/>
            </a:pPr>
            <a:r>
              <a:rPr b="0" i="0" lang="en-US" sz="1800" u="none" cap="none" strike="noStrike">
                <a:solidFill>
                  <a:srgbClr val="8E98A3"/>
                </a:solidFill>
                <a:latin typeface="Calibri"/>
                <a:ea typeface="Calibri"/>
                <a:cs typeface="Calibri"/>
                <a:sym typeface="Calibri"/>
              </a:rPr>
              <a:t>Custom Fields are for</a:t>
            </a:r>
            <a:endParaRPr b="0" i="0" sz="1800" u="none" cap="none" strike="noStrike">
              <a:solidFill>
                <a:srgbClr val="000000"/>
              </a:solidFill>
              <a:latin typeface="Calibri"/>
              <a:ea typeface="Calibri"/>
              <a:cs typeface="Calibri"/>
              <a:sym typeface="Calibri"/>
            </a:endParaRPr>
          </a:p>
        </p:txBody>
      </p:sp>
      <p:sp>
        <p:nvSpPr>
          <p:cNvPr id="377" name="Google Shape;377;p55"/>
          <p:cNvSpPr/>
          <p:nvPr/>
        </p:nvSpPr>
        <p:spPr>
          <a:xfrm>
            <a:off x="2244535" y="1752240"/>
            <a:ext cx="4572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ADF"/>
              </a:buClr>
              <a:buSzPts val="2400"/>
              <a:buFont typeface="Calibri"/>
              <a:buNone/>
            </a:pPr>
            <a:r>
              <a:rPr b="1" lang="en-US" sz="2400">
                <a:solidFill>
                  <a:srgbClr val="D7DADF"/>
                </a:solidFill>
                <a:latin typeface="Calibri"/>
                <a:ea typeface="Calibri"/>
                <a:cs typeface="Calibri"/>
                <a:sym typeface="Calibri"/>
              </a:rPr>
              <a:t>TRACKING</a:t>
            </a:r>
            <a:endParaRPr b="0" i="0" sz="2400" u="none" cap="none" strike="noStrike">
              <a:solidFill>
                <a:srgbClr val="000000"/>
              </a:solidFill>
              <a:latin typeface="Calibri"/>
              <a:ea typeface="Calibri"/>
              <a:cs typeface="Calibri"/>
              <a:sym typeface="Calibri"/>
            </a:endParaRPr>
          </a:p>
        </p:txBody>
      </p:sp>
      <p:sp>
        <p:nvSpPr>
          <p:cNvPr id="378" name="Google Shape;378;p55"/>
          <p:cNvSpPr/>
          <p:nvPr/>
        </p:nvSpPr>
        <p:spPr>
          <a:xfrm>
            <a:off x="8233863" y="1477925"/>
            <a:ext cx="13785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E98A3"/>
              </a:buClr>
              <a:buSzPts val="1800"/>
              <a:buFont typeface="Calibri"/>
              <a:buNone/>
            </a:pPr>
            <a:r>
              <a:rPr b="0" i="0" lang="en-US" sz="1800" u="none" cap="none" strike="noStrike">
                <a:solidFill>
                  <a:srgbClr val="8E98A3"/>
                </a:solidFill>
                <a:latin typeface="Calibri"/>
                <a:ea typeface="Calibri"/>
                <a:cs typeface="Calibri"/>
                <a:sym typeface="Calibri"/>
              </a:rPr>
              <a:t>Filters are for</a:t>
            </a:r>
            <a:endParaRPr b="0" i="0" sz="1800" u="none" cap="none" strike="noStrike">
              <a:solidFill>
                <a:srgbClr val="000000"/>
              </a:solidFill>
              <a:latin typeface="Calibri"/>
              <a:ea typeface="Calibri"/>
              <a:cs typeface="Calibri"/>
              <a:sym typeface="Calibri"/>
            </a:endParaRPr>
          </a:p>
        </p:txBody>
      </p:sp>
      <p:sp>
        <p:nvSpPr>
          <p:cNvPr id="379" name="Google Shape;379;p55"/>
          <p:cNvSpPr/>
          <p:nvPr/>
        </p:nvSpPr>
        <p:spPr>
          <a:xfrm>
            <a:off x="8233863" y="1752250"/>
            <a:ext cx="17136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DADF"/>
              </a:buClr>
              <a:buSzPts val="2400"/>
              <a:buFont typeface="Calibri"/>
              <a:buNone/>
            </a:pPr>
            <a:r>
              <a:rPr b="1" lang="en-US" sz="2400">
                <a:solidFill>
                  <a:srgbClr val="D7DADF"/>
                </a:solidFill>
                <a:latin typeface="Calibri"/>
                <a:ea typeface="Calibri"/>
                <a:cs typeface="Calibri"/>
                <a:sym typeface="Calibri"/>
              </a:rPr>
              <a:t>FOCUS</a:t>
            </a:r>
            <a:endParaRPr b="0" i="0" sz="2400" u="none" cap="none" strike="noStrike">
              <a:solidFill>
                <a:srgbClr val="000000"/>
              </a:solidFill>
              <a:latin typeface="Calibri"/>
              <a:ea typeface="Calibri"/>
              <a:cs typeface="Calibri"/>
              <a:sym typeface="Calibri"/>
            </a:endParaRPr>
          </a:p>
        </p:txBody>
      </p:sp>
      <p:sp>
        <p:nvSpPr>
          <p:cNvPr id="380" name="Google Shape;380;p55"/>
          <p:cNvSpPr/>
          <p:nvPr/>
        </p:nvSpPr>
        <p:spPr>
          <a:xfrm>
            <a:off x="3844735" y="2300880"/>
            <a:ext cx="822900" cy="822900"/>
          </a:xfrm>
          <a:prstGeom prst="ellipse">
            <a:avLst/>
          </a:prstGeom>
          <a:solidFill>
            <a:schemeClr val="lt2"/>
          </a:solidFill>
          <a:ln cap="flat" cmpd="sng" w="25400">
            <a:solidFill>
              <a:srgbClr val="35B6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5"/>
          <p:cNvSpPr/>
          <p:nvPr/>
        </p:nvSpPr>
        <p:spPr>
          <a:xfrm>
            <a:off x="4804855" y="2547768"/>
            <a:ext cx="2697600" cy="329100"/>
          </a:xfrm>
          <a:prstGeom prst="rightArrow">
            <a:avLst>
              <a:gd fmla="val 50000" name="adj1"/>
              <a:gd fmla="val 50000" name="adj2"/>
            </a:avLst>
          </a:prstGeom>
          <a:solidFill>
            <a:srgbClr val="35B6B4"/>
          </a:solidFill>
          <a:ln cap="flat" cmpd="sng" w="12700">
            <a:solidFill>
              <a:srgbClr val="35B6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5"/>
          <p:cNvSpPr/>
          <p:nvPr/>
        </p:nvSpPr>
        <p:spPr>
          <a:xfrm>
            <a:off x="7639495" y="2300880"/>
            <a:ext cx="822900" cy="822900"/>
          </a:xfrm>
          <a:prstGeom prst="ellipse">
            <a:avLst/>
          </a:prstGeom>
          <a:solidFill>
            <a:schemeClr val="lt2"/>
          </a:solidFill>
          <a:ln cap="flat" cmpd="sng" w="25400">
            <a:solidFill>
              <a:srgbClr val="35B6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5"/>
          <p:cNvSpPr/>
          <p:nvPr/>
        </p:nvSpPr>
        <p:spPr>
          <a:xfrm>
            <a:off x="746822" y="3270045"/>
            <a:ext cx="5440800" cy="1417200"/>
          </a:xfrm>
          <a:prstGeom prst="roundRect">
            <a:avLst>
              <a:gd fmla="val 16667" name="adj"/>
            </a:avLst>
          </a:prstGeom>
          <a:solidFill>
            <a:srgbClr val="111A2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5"/>
          <p:cNvSpPr/>
          <p:nvPr/>
        </p:nvSpPr>
        <p:spPr>
          <a:xfrm>
            <a:off x="975422" y="3452925"/>
            <a:ext cx="4983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5B6B4"/>
              </a:buClr>
              <a:buSzPts val="1200"/>
              <a:buFont typeface="Calibri"/>
              <a:buNone/>
            </a:pPr>
            <a:r>
              <a:rPr b="1" i="0" lang="en-US" sz="1200" u="none" cap="none" strike="noStrike">
                <a:solidFill>
                  <a:srgbClr val="35B6B4"/>
                </a:solidFill>
                <a:latin typeface="Calibri"/>
                <a:ea typeface="Calibri"/>
                <a:cs typeface="Calibri"/>
                <a:sym typeface="Calibri"/>
              </a:rPr>
              <a:t>RULE 1</a:t>
            </a:r>
            <a:endParaRPr b="0" i="0" sz="1200" u="none" cap="none" strike="noStrike">
              <a:solidFill>
                <a:srgbClr val="000000"/>
              </a:solidFill>
              <a:latin typeface="Calibri"/>
              <a:ea typeface="Calibri"/>
              <a:cs typeface="Calibri"/>
              <a:sym typeface="Calibri"/>
            </a:endParaRPr>
          </a:p>
        </p:txBody>
      </p:sp>
      <p:sp>
        <p:nvSpPr>
          <p:cNvPr id="385" name="Google Shape;385;p55"/>
          <p:cNvSpPr/>
          <p:nvPr/>
        </p:nvSpPr>
        <p:spPr>
          <a:xfrm>
            <a:off x="975422" y="3772965"/>
            <a:ext cx="4983600" cy="73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Every task gets a status</a:t>
            </a:r>
            <a:endParaRPr b="0" i="0" sz="18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custom field</a:t>
            </a:r>
            <a:endParaRPr b="0" i="0" sz="1800" u="none" cap="none" strike="noStrike">
              <a:solidFill>
                <a:srgbClr val="000000"/>
              </a:solidFill>
              <a:latin typeface="Calibri"/>
              <a:ea typeface="Calibri"/>
              <a:cs typeface="Calibri"/>
              <a:sym typeface="Calibri"/>
            </a:endParaRPr>
          </a:p>
        </p:txBody>
      </p:sp>
      <p:sp>
        <p:nvSpPr>
          <p:cNvPr id="386" name="Google Shape;386;p55"/>
          <p:cNvSpPr/>
          <p:nvPr/>
        </p:nvSpPr>
        <p:spPr>
          <a:xfrm>
            <a:off x="6370383" y="3270045"/>
            <a:ext cx="5074800" cy="1417200"/>
          </a:xfrm>
          <a:prstGeom prst="roundRect">
            <a:avLst>
              <a:gd fmla="val 16667" name="adj"/>
            </a:avLst>
          </a:prstGeom>
          <a:solidFill>
            <a:srgbClr val="111A2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5"/>
          <p:cNvSpPr/>
          <p:nvPr/>
        </p:nvSpPr>
        <p:spPr>
          <a:xfrm>
            <a:off x="6598983" y="3452925"/>
            <a:ext cx="461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5B6B4"/>
              </a:buClr>
              <a:buSzPts val="1200"/>
              <a:buFont typeface="Calibri"/>
              <a:buNone/>
            </a:pPr>
            <a:r>
              <a:rPr b="1" i="0" lang="en-US" sz="1200" u="none" cap="none" strike="noStrike">
                <a:solidFill>
                  <a:srgbClr val="35B6B4"/>
                </a:solidFill>
                <a:latin typeface="Calibri"/>
                <a:ea typeface="Calibri"/>
                <a:cs typeface="Calibri"/>
                <a:sym typeface="Calibri"/>
              </a:rPr>
              <a:t>RULE 2</a:t>
            </a:r>
            <a:endParaRPr b="0" i="0" sz="1200" u="none" cap="none" strike="noStrike">
              <a:solidFill>
                <a:srgbClr val="000000"/>
              </a:solidFill>
              <a:latin typeface="Calibri"/>
              <a:ea typeface="Calibri"/>
              <a:cs typeface="Calibri"/>
              <a:sym typeface="Calibri"/>
            </a:endParaRPr>
          </a:p>
        </p:txBody>
      </p:sp>
      <p:sp>
        <p:nvSpPr>
          <p:cNvPr id="388" name="Google Shape;388;p55"/>
          <p:cNvSpPr/>
          <p:nvPr/>
        </p:nvSpPr>
        <p:spPr>
          <a:xfrm>
            <a:off x="6598983" y="3772965"/>
            <a:ext cx="4617600" cy="73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Use filters to see only</a:t>
            </a:r>
            <a:endParaRPr b="0" i="0" sz="18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what's relevant</a:t>
            </a:r>
            <a:endParaRPr b="0" i="0" sz="1800" u="none" cap="none" strike="noStrike">
              <a:solidFill>
                <a:srgbClr val="000000"/>
              </a:solidFill>
              <a:latin typeface="Calibri"/>
              <a:ea typeface="Calibri"/>
              <a:cs typeface="Calibri"/>
              <a:sym typeface="Calibri"/>
            </a:endParaRPr>
          </a:p>
        </p:txBody>
      </p:sp>
      <p:sp>
        <p:nvSpPr>
          <p:cNvPr id="389" name="Google Shape;389;p55"/>
          <p:cNvSpPr/>
          <p:nvPr/>
        </p:nvSpPr>
        <p:spPr>
          <a:xfrm>
            <a:off x="746822" y="4824525"/>
            <a:ext cx="5440800" cy="1417200"/>
          </a:xfrm>
          <a:prstGeom prst="roundRect">
            <a:avLst>
              <a:gd fmla="val 16667" name="adj"/>
            </a:avLst>
          </a:prstGeom>
          <a:solidFill>
            <a:srgbClr val="111A2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5"/>
          <p:cNvSpPr/>
          <p:nvPr/>
        </p:nvSpPr>
        <p:spPr>
          <a:xfrm>
            <a:off x="975422" y="5007405"/>
            <a:ext cx="4983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5B6B4"/>
              </a:buClr>
              <a:buSzPts val="1200"/>
              <a:buFont typeface="Calibri"/>
              <a:buNone/>
            </a:pPr>
            <a:r>
              <a:rPr b="1" i="0" lang="en-US" sz="1200" u="none" cap="none" strike="noStrike">
                <a:solidFill>
                  <a:srgbClr val="35B6B4"/>
                </a:solidFill>
                <a:latin typeface="Calibri"/>
                <a:ea typeface="Calibri"/>
                <a:cs typeface="Calibri"/>
                <a:sym typeface="Calibri"/>
              </a:rPr>
              <a:t>RULE 3</a:t>
            </a:r>
            <a:endParaRPr b="0" i="0" sz="1200" u="none" cap="none" strike="noStrike">
              <a:solidFill>
                <a:srgbClr val="000000"/>
              </a:solidFill>
              <a:latin typeface="Calibri"/>
              <a:ea typeface="Calibri"/>
              <a:cs typeface="Calibri"/>
              <a:sym typeface="Calibri"/>
            </a:endParaRPr>
          </a:p>
        </p:txBody>
      </p:sp>
      <p:sp>
        <p:nvSpPr>
          <p:cNvPr id="391" name="Google Shape;391;p55"/>
          <p:cNvSpPr/>
          <p:nvPr/>
        </p:nvSpPr>
        <p:spPr>
          <a:xfrm>
            <a:off x="975422" y="5327445"/>
            <a:ext cx="4983600" cy="73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Save your most-used</a:t>
            </a:r>
            <a:endParaRPr b="0" i="0" sz="18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filters as bookmarks</a:t>
            </a:r>
            <a:endParaRPr b="0" i="0" sz="1800" u="none" cap="none" strike="noStrike">
              <a:solidFill>
                <a:srgbClr val="000000"/>
              </a:solidFill>
              <a:latin typeface="Calibri"/>
              <a:ea typeface="Calibri"/>
              <a:cs typeface="Calibri"/>
              <a:sym typeface="Calibri"/>
            </a:endParaRPr>
          </a:p>
        </p:txBody>
      </p:sp>
      <p:sp>
        <p:nvSpPr>
          <p:cNvPr id="392" name="Google Shape;392;p55"/>
          <p:cNvSpPr/>
          <p:nvPr/>
        </p:nvSpPr>
        <p:spPr>
          <a:xfrm>
            <a:off x="6370383" y="4824525"/>
            <a:ext cx="5074800" cy="1417200"/>
          </a:xfrm>
          <a:prstGeom prst="roundRect">
            <a:avLst>
              <a:gd fmla="val 16667" name="adj"/>
            </a:avLst>
          </a:prstGeom>
          <a:solidFill>
            <a:srgbClr val="111A2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5"/>
          <p:cNvSpPr/>
          <p:nvPr/>
        </p:nvSpPr>
        <p:spPr>
          <a:xfrm>
            <a:off x="6598983" y="5007405"/>
            <a:ext cx="461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5B6B4"/>
              </a:buClr>
              <a:buSzPts val="1200"/>
              <a:buFont typeface="Calibri"/>
              <a:buNone/>
            </a:pPr>
            <a:r>
              <a:rPr b="1" i="0" lang="en-US" sz="1200" u="none" cap="none" strike="noStrike">
                <a:solidFill>
                  <a:srgbClr val="35B6B4"/>
                </a:solidFill>
                <a:latin typeface="Calibri"/>
                <a:ea typeface="Calibri"/>
                <a:cs typeface="Calibri"/>
                <a:sym typeface="Calibri"/>
              </a:rPr>
              <a:t>RULE 4</a:t>
            </a:r>
            <a:endParaRPr b="0" i="0" sz="1200" u="none" cap="none" strike="noStrike">
              <a:solidFill>
                <a:srgbClr val="000000"/>
              </a:solidFill>
              <a:latin typeface="Calibri"/>
              <a:ea typeface="Calibri"/>
              <a:cs typeface="Calibri"/>
              <a:sym typeface="Calibri"/>
            </a:endParaRPr>
          </a:p>
        </p:txBody>
      </p:sp>
      <p:sp>
        <p:nvSpPr>
          <p:cNvPr id="394" name="Google Shape;394;p55"/>
          <p:cNvSpPr/>
          <p:nvPr/>
        </p:nvSpPr>
        <p:spPr>
          <a:xfrm>
            <a:off x="6598983" y="5327445"/>
            <a:ext cx="4617600" cy="73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Update fields before</a:t>
            </a:r>
            <a:endParaRPr b="0" i="0" sz="18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7DADF"/>
              </a:buClr>
              <a:buSzPts val="1800"/>
              <a:buFont typeface="Calibri"/>
              <a:buNone/>
            </a:pPr>
            <a:r>
              <a:rPr b="0" i="0" lang="en-US" sz="1800" u="none" cap="none" strike="noStrike">
                <a:solidFill>
                  <a:srgbClr val="D7DADF"/>
                </a:solidFill>
                <a:latin typeface="Calibri"/>
                <a:ea typeface="Calibri"/>
                <a:cs typeface="Calibri"/>
                <a:sym typeface="Calibri"/>
              </a:rPr>
              <a:t>every status meeting</a:t>
            </a:r>
            <a:endParaRPr b="0" i="0" sz="1800" u="none" cap="none" strike="noStrike">
              <a:solidFill>
                <a:srgbClr val="000000"/>
              </a:solidFill>
              <a:latin typeface="Calibri"/>
              <a:ea typeface="Calibri"/>
              <a:cs typeface="Calibri"/>
              <a:sym typeface="Calibri"/>
            </a:endParaRPr>
          </a:p>
        </p:txBody>
      </p:sp>
      <p:pic>
        <p:nvPicPr>
          <p:cNvPr descr="File:Asana logo new.png - Wikimedia Commons" id="395" name="Google Shape;395;p55"/>
          <p:cNvPicPr preferRelativeResize="0"/>
          <p:nvPr/>
        </p:nvPicPr>
        <p:blipFill rotWithShape="1">
          <a:blip r:embed="rId3">
            <a:alphaModFix/>
          </a:blip>
          <a:srcRect b="0" l="0" r="73722" t="0"/>
          <a:stretch/>
        </p:blipFill>
        <p:spPr>
          <a:xfrm>
            <a:off x="7672950" y="2351250"/>
            <a:ext cx="756000" cy="731400"/>
          </a:xfrm>
          <a:prstGeom prst="ellipse">
            <a:avLst/>
          </a:prstGeom>
          <a:noFill/>
          <a:ln>
            <a:noFill/>
          </a:ln>
        </p:spPr>
      </p:pic>
      <p:pic>
        <p:nvPicPr>
          <p:cNvPr descr="File:Slack icon 2019.svg - Wikimedia Commons" id="396" name="Google Shape;396;p55"/>
          <p:cNvPicPr preferRelativeResize="0"/>
          <p:nvPr/>
        </p:nvPicPr>
        <p:blipFill>
          <a:blip r:embed="rId4">
            <a:alphaModFix/>
          </a:blip>
          <a:stretch>
            <a:fillRect/>
          </a:stretch>
        </p:blipFill>
        <p:spPr>
          <a:xfrm>
            <a:off x="3928586" y="2389351"/>
            <a:ext cx="655186" cy="655186"/>
          </a:xfrm>
          <a:prstGeom prst="rect">
            <a:avLst/>
          </a:prstGeom>
          <a:noFill/>
          <a:ln>
            <a:noFill/>
          </a:ln>
        </p:spPr>
      </p:pic>
      <p:sp>
        <p:nvSpPr>
          <p:cNvPr id="397" name="Google Shape;397;p55"/>
          <p:cNvSpPr/>
          <p:nvPr/>
        </p:nvSpPr>
        <p:spPr>
          <a:xfrm>
            <a:off x="10180015" y="411480"/>
            <a:ext cx="1554600" cy="320100"/>
          </a:xfrm>
          <a:prstGeom prst="roundRect">
            <a:avLst>
              <a:gd fmla="val 16667" name="adj"/>
            </a:avLst>
          </a:prstGeom>
          <a:solidFill>
            <a:srgbClr val="1B2126"/>
          </a:solidFill>
          <a:ln cap="flat" cmpd="sng" w="12700">
            <a:solidFill>
              <a:srgbClr val="1A74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5"/>
          <p:cNvSpPr/>
          <p:nvPr/>
        </p:nvSpPr>
        <p:spPr>
          <a:xfrm>
            <a:off x="10180015" y="411494"/>
            <a:ext cx="1554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9FA1"/>
              </a:buClr>
              <a:buSzPts val="1000"/>
              <a:buFont typeface="Calibri"/>
              <a:buNone/>
            </a:pPr>
            <a:r>
              <a:rPr b="1" lang="en-US" sz="1000">
                <a:solidFill>
                  <a:srgbClr val="229FA1"/>
                </a:solidFill>
                <a:latin typeface="Calibri"/>
                <a:ea typeface="Calibri"/>
                <a:cs typeface="Calibri"/>
                <a:sym typeface="Calibri"/>
              </a:rPr>
              <a:t>ASANA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1119"/>
        </a:solidFill>
      </p:bgPr>
    </p:bg>
    <p:spTree>
      <p:nvGrpSpPr>
        <p:cNvPr id="403" name="Shape 403"/>
        <p:cNvGrpSpPr/>
        <p:nvPr/>
      </p:nvGrpSpPr>
      <p:grpSpPr>
        <a:xfrm>
          <a:off x="0" y="0"/>
          <a:ext cx="0" cy="0"/>
          <a:chOff x="0" y="0"/>
          <a:chExt cx="0" cy="0"/>
        </a:xfrm>
      </p:grpSpPr>
      <p:sp>
        <p:nvSpPr>
          <p:cNvPr id="404" name="Google Shape;404;p56"/>
          <p:cNvSpPr/>
          <p:nvPr/>
        </p:nvSpPr>
        <p:spPr>
          <a:xfrm>
            <a:off x="931125" y="941625"/>
            <a:ext cx="61224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9FA1"/>
              </a:buClr>
              <a:buSzPts val="4400"/>
              <a:buFont typeface="Georgia"/>
              <a:buNone/>
            </a:pPr>
            <a:r>
              <a:rPr b="1" lang="en-US" sz="4400">
                <a:solidFill>
                  <a:srgbClr val="229FA1"/>
                </a:solidFill>
                <a:latin typeface="Georgia"/>
                <a:ea typeface="Georgia"/>
                <a:cs typeface="Georgia"/>
                <a:sym typeface="Georgia"/>
              </a:rPr>
              <a:t>Asana Custom Fields &amp; Filters</a:t>
            </a:r>
            <a:endParaRPr b="0" i="0" sz="4400" u="none" cap="none" strike="noStrike">
              <a:solidFill>
                <a:schemeClr val="dk1"/>
              </a:solidFill>
              <a:latin typeface="Calibri"/>
              <a:ea typeface="Calibri"/>
              <a:cs typeface="Calibri"/>
              <a:sym typeface="Calibri"/>
            </a:endParaRPr>
          </a:p>
        </p:txBody>
      </p:sp>
      <p:sp>
        <p:nvSpPr>
          <p:cNvPr id="405" name="Google Shape;405;p56"/>
          <p:cNvSpPr/>
          <p:nvPr/>
        </p:nvSpPr>
        <p:spPr>
          <a:xfrm>
            <a:off x="931125" y="2562349"/>
            <a:ext cx="4521300" cy="3284400"/>
          </a:xfrm>
          <a:prstGeom prst="roundRect">
            <a:avLst>
              <a:gd fmla="val 16667" name="adj"/>
            </a:avLst>
          </a:prstGeom>
          <a:solidFill>
            <a:srgbClr val="1B2126"/>
          </a:solidFill>
          <a:ln cap="flat" cmpd="sng" w="17000">
            <a:solidFill>
              <a:srgbClr val="1A7477"/>
            </a:solidFill>
            <a:prstDash val="solid"/>
            <a:round/>
            <a:headEnd len="sm" w="sm" type="none"/>
            <a:tailEnd len="sm" w="sm" type="none"/>
          </a:ln>
          <a:effectLst>
            <a:outerShdw blurRad="68042" rotWithShape="0" algn="bl" dir="2700000" dist="34021">
              <a:srgbClr val="000000">
                <a:alpha val="25099"/>
              </a:srgbClr>
            </a:outerShdw>
          </a:effectLst>
        </p:spPr>
        <p:txBody>
          <a:bodyPr anchorCtr="0" anchor="ctr" bIns="122450" lIns="122450" spcFirstLastPara="1" rIns="122450" wrap="square" tIns="122450">
            <a:noAutofit/>
          </a:bodyPr>
          <a:lstStyle/>
          <a:p>
            <a:pPr indent="0" lvl="0" marL="0" rtl="0" algn="l">
              <a:spcBef>
                <a:spcPts val="0"/>
              </a:spcBef>
              <a:spcAft>
                <a:spcPts val="0"/>
              </a:spcAft>
              <a:buNone/>
            </a:pPr>
            <a:r>
              <a:t/>
            </a:r>
            <a:endParaRPr/>
          </a:p>
        </p:txBody>
      </p:sp>
      <p:sp>
        <p:nvSpPr>
          <p:cNvPr id="406" name="Google Shape;406;p56"/>
          <p:cNvSpPr/>
          <p:nvPr/>
        </p:nvSpPr>
        <p:spPr>
          <a:xfrm>
            <a:off x="1207386" y="2991022"/>
            <a:ext cx="3687900" cy="306300"/>
          </a:xfrm>
          <a:prstGeom prst="rect">
            <a:avLst/>
          </a:prstGeom>
          <a:noFill/>
          <a:ln>
            <a:noFill/>
          </a:ln>
        </p:spPr>
        <p:txBody>
          <a:bodyPr anchorCtr="0" anchor="ctr" bIns="61200" lIns="122450" spcFirstLastPara="1" rIns="122450" wrap="square" tIns="61200">
            <a:noAutofit/>
          </a:bodyPr>
          <a:lstStyle/>
          <a:p>
            <a:pPr indent="0" lvl="0" marL="0" marR="0" rtl="0" algn="l">
              <a:spcBef>
                <a:spcPts val="0"/>
              </a:spcBef>
              <a:spcAft>
                <a:spcPts val="0"/>
              </a:spcAft>
              <a:buClr>
                <a:srgbClr val="229FA1"/>
              </a:buClr>
              <a:buSzPts val="1473"/>
              <a:buFont typeface="Calibri"/>
              <a:buNone/>
            </a:pPr>
            <a:r>
              <a:rPr b="1" lang="en-US" sz="1875">
                <a:solidFill>
                  <a:srgbClr val="229FA1"/>
                </a:solidFill>
                <a:latin typeface="Calibri"/>
                <a:ea typeface="Calibri"/>
                <a:cs typeface="Calibri"/>
                <a:sym typeface="Calibri"/>
              </a:rPr>
              <a:t>STEP ONE</a:t>
            </a:r>
            <a:endParaRPr b="1" i="0" sz="1875" u="none" cap="none" strike="noStrike">
              <a:solidFill>
                <a:schemeClr val="dk1"/>
              </a:solidFill>
              <a:latin typeface="Calibri"/>
              <a:ea typeface="Calibri"/>
              <a:cs typeface="Calibri"/>
              <a:sym typeface="Calibri"/>
            </a:endParaRPr>
          </a:p>
        </p:txBody>
      </p:sp>
      <p:sp>
        <p:nvSpPr>
          <p:cNvPr id="407" name="Google Shape;407;p56"/>
          <p:cNvSpPr/>
          <p:nvPr/>
        </p:nvSpPr>
        <p:spPr>
          <a:xfrm>
            <a:off x="1207386" y="3358448"/>
            <a:ext cx="3687900" cy="489900"/>
          </a:xfrm>
          <a:prstGeom prst="rect">
            <a:avLst/>
          </a:prstGeom>
          <a:noFill/>
          <a:ln>
            <a:noFill/>
          </a:ln>
        </p:spPr>
        <p:txBody>
          <a:bodyPr anchorCtr="0" anchor="ctr" bIns="61200" lIns="122450" spcFirstLastPara="1" rIns="122450" wrap="square" tIns="61200">
            <a:noAutofit/>
          </a:bodyPr>
          <a:lstStyle/>
          <a:p>
            <a:pPr indent="0" lvl="0" marL="0" marR="0" rtl="0" algn="l">
              <a:spcBef>
                <a:spcPts val="0"/>
              </a:spcBef>
              <a:spcAft>
                <a:spcPts val="0"/>
              </a:spcAft>
              <a:buClr>
                <a:srgbClr val="FFFFFF"/>
              </a:buClr>
              <a:buSzPts val="2411"/>
              <a:buFont typeface="Calibri"/>
              <a:buNone/>
            </a:pPr>
            <a:r>
              <a:rPr b="1" lang="en-US" sz="2410">
                <a:solidFill>
                  <a:srgbClr val="FFFFFF"/>
                </a:solidFill>
                <a:latin typeface="Calibri"/>
                <a:ea typeface="Calibri"/>
                <a:cs typeface="Calibri"/>
                <a:sym typeface="Calibri"/>
              </a:rPr>
              <a:t>ADD CUSTOM FIELDS</a:t>
            </a:r>
            <a:endParaRPr b="0" i="0" sz="2410" u="none" cap="none" strike="noStrike">
              <a:solidFill>
                <a:schemeClr val="dk1"/>
              </a:solidFill>
              <a:latin typeface="Calibri"/>
              <a:ea typeface="Calibri"/>
              <a:cs typeface="Calibri"/>
              <a:sym typeface="Calibri"/>
            </a:endParaRPr>
          </a:p>
        </p:txBody>
      </p:sp>
      <p:sp>
        <p:nvSpPr>
          <p:cNvPr id="408" name="Google Shape;408;p56"/>
          <p:cNvSpPr/>
          <p:nvPr/>
        </p:nvSpPr>
        <p:spPr>
          <a:xfrm>
            <a:off x="1207118" y="4338394"/>
            <a:ext cx="3687900" cy="1224900"/>
          </a:xfrm>
          <a:prstGeom prst="rect">
            <a:avLst/>
          </a:prstGeom>
          <a:noFill/>
          <a:ln>
            <a:noFill/>
          </a:ln>
        </p:spPr>
        <p:txBody>
          <a:bodyPr anchorCtr="0" anchor="ctr" bIns="61200" lIns="122450" spcFirstLastPara="1" rIns="122450" wrap="square" tIns="61200">
            <a:noAutofit/>
          </a:bodyPr>
          <a:lstStyle/>
          <a:p>
            <a:pPr indent="0" lvl="0" marL="0" marR="0" rtl="0" algn="l">
              <a:spcBef>
                <a:spcPts val="0"/>
              </a:spcBef>
              <a:spcAft>
                <a:spcPts val="0"/>
              </a:spcAft>
              <a:buClr>
                <a:srgbClr val="9E9E9E"/>
              </a:buClr>
              <a:buSzPts val="1875"/>
              <a:buFont typeface="Calibri"/>
              <a:buNone/>
            </a:pPr>
            <a:r>
              <a:rPr lang="en-US" sz="2009">
                <a:solidFill>
                  <a:srgbClr val="9E9E9E"/>
                </a:solidFill>
                <a:latin typeface="Calibri"/>
                <a:ea typeface="Calibri"/>
                <a:cs typeface="Calibri"/>
                <a:sym typeface="Calibri"/>
              </a:rPr>
              <a:t>Open any Asana project</a:t>
            </a:r>
            <a:endParaRPr sz="2009">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75"/>
              <a:buFont typeface="Calibri"/>
              <a:buNone/>
            </a:pPr>
            <a:r>
              <a:rPr lang="en-US" sz="2009">
                <a:solidFill>
                  <a:srgbClr val="9E9E9E"/>
                </a:solidFill>
                <a:latin typeface="Calibri"/>
                <a:ea typeface="Calibri"/>
                <a:cs typeface="Calibri"/>
                <a:sym typeface="Calibri"/>
              </a:rPr>
              <a:t>Click "Customize" (top right)</a:t>
            </a:r>
            <a:endParaRPr sz="2009">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75"/>
              <a:buFont typeface="Calibri"/>
              <a:buNone/>
            </a:pPr>
            <a:r>
              <a:rPr lang="en-US" sz="2009">
                <a:solidFill>
                  <a:srgbClr val="9E9E9E"/>
                </a:solidFill>
                <a:latin typeface="Calibri"/>
                <a:ea typeface="Calibri"/>
                <a:cs typeface="Calibri"/>
                <a:sym typeface="Calibri"/>
              </a:rPr>
              <a:t>Select "Add Field"</a:t>
            </a:r>
            <a:endParaRPr sz="2009">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75"/>
              <a:buFont typeface="Calibri"/>
              <a:buNone/>
            </a:pPr>
            <a:r>
              <a:rPr lang="en-US" sz="2009">
                <a:solidFill>
                  <a:srgbClr val="9E9E9E"/>
                </a:solidFill>
                <a:latin typeface="Calibri"/>
                <a:ea typeface="Calibri"/>
                <a:cs typeface="Calibri"/>
                <a:sym typeface="Calibri"/>
              </a:rPr>
              <a:t>Add: Status, Priority, Channel</a:t>
            </a:r>
            <a:endParaRPr sz="2009">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75"/>
              <a:buFont typeface="Calibri"/>
              <a:buNone/>
            </a:pPr>
            <a:r>
              <a:t>These fields appear on every task</a:t>
            </a:r>
            <a:endParaRPr sz="1875">
              <a:solidFill>
                <a:srgbClr val="9E9E9E"/>
              </a:solidFill>
              <a:latin typeface="Calibri"/>
              <a:ea typeface="Calibri"/>
              <a:cs typeface="Calibri"/>
              <a:sym typeface="Calibri"/>
            </a:endParaRPr>
          </a:p>
        </p:txBody>
      </p:sp>
      <p:sp>
        <p:nvSpPr>
          <p:cNvPr id="409" name="Google Shape;409;p56"/>
          <p:cNvSpPr/>
          <p:nvPr/>
        </p:nvSpPr>
        <p:spPr>
          <a:xfrm>
            <a:off x="8734860" y="2274025"/>
            <a:ext cx="2753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9FA1"/>
              </a:buClr>
              <a:buSzPts val="1100"/>
              <a:buFont typeface="Calibri"/>
              <a:buNone/>
            </a:pPr>
            <a:r>
              <a:rPr b="1" lang="en-US" sz="1100">
                <a:solidFill>
                  <a:srgbClr val="229FA1"/>
                </a:solidFill>
                <a:latin typeface="Calibri"/>
                <a:ea typeface="Calibri"/>
                <a:cs typeface="Calibri"/>
                <a:sym typeface="Calibri"/>
              </a:rPr>
              <a:t/>
            </a:r>
            <a:endParaRPr b="0" i="0" sz="1100" u="none" cap="none" strike="noStrike">
              <a:solidFill>
                <a:schemeClr val="dk1"/>
              </a:solidFill>
              <a:latin typeface="Calibri"/>
              <a:ea typeface="Calibri"/>
              <a:cs typeface="Calibri"/>
              <a:sym typeface="Calibri"/>
            </a:endParaRPr>
          </a:p>
        </p:txBody>
      </p:sp>
      <p:sp>
        <p:nvSpPr>
          <p:cNvPr id="410" name="Google Shape;410;p56"/>
          <p:cNvSpPr/>
          <p:nvPr/>
        </p:nvSpPr>
        <p:spPr>
          <a:xfrm>
            <a:off x="8734860" y="2548345"/>
            <a:ext cx="2753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
            </a:r>
            <a:endParaRPr b="0" i="0" sz="1800" u="none" cap="none" strike="noStrike">
              <a:solidFill>
                <a:schemeClr val="dk1"/>
              </a:solidFill>
              <a:latin typeface="Calibri"/>
              <a:ea typeface="Calibri"/>
              <a:cs typeface="Calibri"/>
              <a:sym typeface="Calibri"/>
            </a:endParaRPr>
          </a:p>
        </p:txBody>
      </p:sp>
      <p:pic>
        <p:nvPicPr>
          <p:cNvPr id="411" name="Google Shape;411;p56" title="Screenshot 2026-02-24 at 3.55.26 PM.png"/>
          <p:cNvPicPr preferRelativeResize="0"/>
          <p:nvPr/>
        </p:nvPicPr>
        <p:blipFill>
          <a:blip r:embed="rId3">
            <a:alphaModFix/>
          </a:blip>
          <a:stretch>
            <a:fillRect/>
          </a:stretch>
        </p:blipFill>
        <p:spPr>
          <a:xfrm>
            <a:off x="6681221" y="941625"/>
            <a:ext cx="4261800" cy="5120400"/>
          </a:xfrm>
          <a:prstGeom prst="roundRect">
            <a:avLst>
              <a:gd fmla="val 16667" name="adj"/>
            </a:avLst>
          </a:prstGeom>
          <a:noFill/>
          <a:ln cap="flat" cmpd="sng" w="19050">
            <a:solidFill>
              <a:schemeClr val="accent2"/>
            </a:solidFill>
            <a:prstDash val="solid"/>
            <a:round/>
            <a:headEnd len="sm" w="sm" type="none"/>
            <a:tailEnd len="sm" w="sm" type="none"/>
          </a:ln>
        </p:spPr>
      </p:pic>
      <p:sp>
        <p:nvSpPr>
          <p:cNvPr id="412" name="Google Shape;412;p56"/>
          <p:cNvSpPr/>
          <p:nvPr/>
        </p:nvSpPr>
        <p:spPr>
          <a:xfrm>
            <a:off x="10180015" y="411480"/>
            <a:ext cx="1554600" cy="320100"/>
          </a:xfrm>
          <a:prstGeom prst="roundRect">
            <a:avLst>
              <a:gd fmla="val 16667" name="adj"/>
            </a:avLst>
          </a:prstGeom>
          <a:solidFill>
            <a:srgbClr val="1B2126"/>
          </a:solidFill>
          <a:ln cap="flat" cmpd="sng" w="12700">
            <a:solidFill>
              <a:srgbClr val="1A74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6"/>
          <p:cNvSpPr/>
          <p:nvPr/>
        </p:nvSpPr>
        <p:spPr>
          <a:xfrm>
            <a:off x="10180015" y="411494"/>
            <a:ext cx="1554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9FA1"/>
              </a:buClr>
              <a:buSzPts val="1000"/>
              <a:buFont typeface="Calibri"/>
              <a:buNone/>
            </a:pPr>
            <a:r>
              <a:rPr b="1" lang="en-US" sz="1000">
                <a:solidFill>
                  <a:srgbClr val="229FA1"/>
                </a:solidFill>
                <a:latin typeface="Calibri"/>
                <a:ea typeface="Calibri"/>
                <a:cs typeface="Calibri"/>
                <a:sym typeface="Calibri"/>
              </a:rPr>
              <a:t>ASANA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1119"/>
        </a:solidFill>
      </p:bgPr>
    </p:bg>
    <p:spTree>
      <p:nvGrpSpPr>
        <p:cNvPr id="418" name="Shape 418"/>
        <p:cNvGrpSpPr/>
        <p:nvPr/>
      </p:nvGrpSpPr>
      <p:grpSpPr>
        <a:xfrm>
          <a:off x="0" y="0"/>
          <a:ext cx="0" cy="0"/>
          <a:chOff x="0" y="0"/>
          <a:chExt cx="0" cy="0"/>
        </a:xfrm>
      </p:grpSpPr>
      <p:sp>
        <p:nvSpPr>
          <p:cNvPr id="419" name="Google Shape;419;p57"/>
          <p:cNvSpPr/>
          <p:nvPr/>
        </p:nvSpPr>
        <p:spPr>
          <a:xfrm>
            <a:off x="465338" y="926875"/>
            <a:ext cx="61224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9FA1"/>
              </a:buClr>
              <a:buSzPts val="4400"/>
              <a:buFont typeface="Georgia"/>
              <a:buNone/>
            </a:pPr>
            <a:r>
              <a:rPr b="1" lang="en-US" sz="4400">
                <a:solidFill>
                  <a:srgbClr val="229FA1"/>
                </a:solidFill>
                <a:latin typeface="Georgia"/>
                <a:ea typeface="Georgia"/>
                <a:cs typeface="Georgia"/>
                <a:sym typeface="Georgia"/>
              </a:rPr>
              <a:t>Asana Custom Fields &amp; Filters</a:t>
            </a:r>
            <a:endParaRPr b="0" i="0" sz="4400" u="none" cap="none" strike="noStrike">
              <a:solidFill>
                <a:schemeClr val="dk1"/>
              </a:solidFill>
              <a:latin typeface="Calibri"/>
              <a:ea typeface="Calibri"/>
              <a:cs typeface="Calibri"/>
              <a:sym typeface="Calibri"/>
            </a:endParaRPr>
          </a:p>
        </p:txBody>
      </p:sp>
      <p:sp>
        <p:nvSpPr>
          <p:cNvPr id="420" name="Google Shape;420;p57"/>
          <p:cNvSpPr/>
          <p:nvPr/>
        </p:nvSpPr>
        <p:spPr>
          <a:xfrm>
            <a:off x="465338" y="2633224"/>
            <a:ext cx="4427700" cy="3297900"/>
          </a:xfrm>
          <a:prstGeom prst="roundRect">
            <a:avLst>
              <a:gd fmla="val 16667" name="adj"/>
            </a:avLst>
          </a:prstGeom>
          <a:solidFill>
            <a:srgbClr val="1B2126"/>
          </a:solidFill>
          <a:ln cap="flat" cmpd="sng" w="16575">
            <a:solidFill>
              <a:srgbClr val="1A7477"/>
            </a:solidFill>
            <a:prstDash val="solid"/>
            <a:round/>
            <a:headEnd len="sm" w="sm" type="none"/>
            <a:tailEnd len="sm" w="sm" type="none"/>
          </a:ln>
          <a:effectLst>
            <a:outerShdw blurRad="66285" rotWithShape="0" algn="bl" dir="2700000" dist="33143">
              <a:srgbClr val="000000">
                <a:alpha val="25099"/>
              </a:srgbClr>
            </a:outerShdw>
          </a:effectLst>
        </p:spPr>
        <p:txBody>
          <a:bodyPr anchorCtr="0" anchor="ctr" bIns="119300" lIns="119300" spcFirstLastPara="1" rIns="119300" wrap="square" tIns="119300">
            <a:noAutofit/>
          </a:bodyPr>
          <a:lstStyle/>
          <a:p>
            <a:pPr indent="0" lvl="0" marL="0" rtl="0" algn="l">
              <a:spcBef>
                <a:spcPts val="0"/>
              </a:spcBef>
              <a:spcAft>
                <a:spcPts val="0"/>
              </a:spcAft>
              <a:buNone/>
            </a:pPr>
            <a:r>
              <a:t/>
            </a:r>
            <a:endParaRPr sz="1826"/>
          </a:p>
        </p:txBody>
      </p:sp>
      <p:sp>
        <p:nvSpPr>
          <p:cNvPr id="421" name="Google Shape;421;p57"/>
          <p:cNvSpPr/>
          <p:nvPr/>
        </p:nvSpPr>
        <p:spPr>
          <a:xfrm>
            <a:off x="730539" y="3050829"/>
            <a:ext cx="3592800" cy="298200"/>
          </a:xfrm>
          <a:prstGeom prst="rect">
            <a:avLst/>
          </a:prstGeom>
          <a:noFill/>
          <a:ln>
            <a:noFill/>
          </a:ln>
        </p:spPr>
        <p:txBody>
          <a:bodyPr anchorCtr="0" anchor="ctr" bIns="59625" lIns="119300" spcFirstLastPara="1" rIns="119300" wrap="square" tIns="59625">
            <a:noAutofit/>
          </a:bodyPr>
          <a:lstStyle/>
          <a:p>
            <a:pPr indent="0" lvl="0" marL="0" marR="0" rtl="0" algn="l">
              <a:spcBef>
                <a:spcPts val="0"/>
              </a:spcBef>
              <a:spcAft>
                <a:spcPts val="0"/>
              </a:spcAft>
              <a:buClr>
                <a:srgbClr val="229FA1"/>
              </a:buClr>
              <a:buSzPts val="1435"/>
              <a:buFont typeface="Calibri"/>
              <a:buNone/>
            </a:pPr>
            <a:r>
              <a:rPr b="1" lang="en-US" sz="1435">
                <a:solidFill>
                  <a:srgbClr val="229FA1"/>
                </a:solidFill>
                <a:latin typeface="Calibri"/>
                <a:ea typeface="Calibri"/>
                <a:cs typeface="Calibri"/>
                <a:sym typeface="Calibri"/>
              </a:rPr>
              <a:t>STEP TWO</a:t>
            </a:r>
            <a:endParaRPr b="0" i="0" sz="1435" u="none" cap="none" strike="noStrike">
              <a:solidFill>
                <a:schemeClr val="dk1"/>
              </a:solidFill>
              <a:latin typeface="Calibri"/>
              <a:ea typeface="Calibri"/>
              <a:cs typeface="Calibri"/>
              <a:sym typeface="Calibri"/>
            </a:endParaRPr>
          </a:p>
        </p:txBody>
      </p:sp>
      <p:sp>
        <p:nvSpPr>
          <p:cNvPr id="422" name="Google Shape;422;p57"/>
          <p:cNvSpPr/>
          <p:nvPr/>
        </p:nvSpPr>
        <p:spPr>
          <a:xfrm>
            <a:off x="730539" y="3408769"/>
            <a:ext cx="3592800" cy="477300"/>
          </a:xfrm>
          <a:prstGeom prst="rect">
            <a:avLst/>
          </a:prstGeom>
          <a:noFill/>
          <a:ln>
            <a:noFill/>
          </a:ln>
        </p:spPr>
        <p:txBody>
          <a:bodyPr anchorCtr="0" anchor="ctr" bIns="59625" lIns="119300" spcFirstLastPara="1" rIns="119300" wrap="square" tIns="59625">
            <a:noAutofit/>
          </a:bodyPr>
          <a:lstStyle/>
          <a:p>
            <a:pPr indent="0" lvl="0" marL="0" marR="0" rtl="0" algn="l">
              <a:spcBef>
                <a:spcPts val="0"/>
              </a:spcBef>
              <a:spcAft>
                <a:spcPts val="0"/>
              </a:spcAft>
              <a:buClr>
                <a:srgbClr val="FFFFFF"/>
              </a:buClr>
              <a:buSzPts val="2349"/>
              <a:buFont typeface="Calibri"/>
              <a:buNone/>
            </a:pPr>
            <a:r>
              <a:rPr b="1" lang="en-US" sz="2348">
                <a:solidFill>
                  <a:srgbClr val="FFFFFF"/>
                </a:solidFill>
                <a:latin typeface="Calibri"/>
                <a:ea typeface="Calibri"/>
                <a:cs typeface="Calibri"/>
                <a:sym typeface="Calibri"/>
              </a:rPr>
              <a:t>USE FILTERS TO FOCUS</a:t>
            </a:r>
            <a:endParaRPr b="0" i="0" sz="2348" u="none" cap="none" strike="noStrike">
              <a:solidFill>
                <a:schemeClr val="dk1"/>
              </a:solidFill>
              <a:latin typeface="Calibri"/>
              <a:ea typeface="Calibri"/>
              <a:cs typeface="Calibri"/>
              <a:sym typeface="Calibri"/>
            </a:endParaRPr>
          </a:p>
        </p:txBody>
      </p:sp>
      <p:sp>
        <p:nvSpPr>
          <p:cNvPr id="423" name="Google Shape;423;p57"/>
          <p:cNvSpPr/>
          <p:nvPr/>
        </p:nvSpPr>
        <p:spPr>
          <a:xfrm>
            <a:off x="730539" y="4363413"/>
            <a:ext cx="3592800" cy="1193100"/>
          </a:xfrm>
          <a:prstGeom prst="rect">
            <a:avLst/>
          </a:prstGeom>
          <a:noFill/>
          <a:ln>
            <a:noFill/>
          </a:ln>
        </p:spPr>
        <p:txBody>
          <a:bodyPr anchorCtr="0" anchor="ctr" bIns="59625" lIns="119300" spcFirstLastPara="1" rIns="119300" wrap="square" tIns="59625">
            <a:noAutofit/>
          </a:bodyPr>
          <a:lstStyle/>
          <a:p>
            <a:pPr indent="0" lvl="0" marL="0" marR="0" rtl="0" algn="l">
              <a:spcBef>
                <a:spcPts val="0"/>
              </a:spcBef>
              <a:spcAft>
                <a:spcPts val="0"/>
              </a:spcAft>
              <a:buClr>
                <a:srgbClr val="9E9E9E"/>
              </a:buClr>
              <a:buSzPts val="1827"/>
              <a:buFont typeface="Calibri"/>
              <a:buNone/>
            </a:pPr>
            <a:r>
              <a:rPr lang="en-US" sz="1826">
                <a:solidFill>
                  <a:srgbClr val="9E9E9E"/>
                </a:solidFill>
                <a:latin typeface="Calibri"/>
                <a:ea typeface="Calibri"/>
                <a:cs typeface="Calibri"/>
                <a:sym typeface="Calibri"/>
              </a:rPr>
              <a:t>Click "Filter" at the top of any project</a:t>
            </a:r>
            <a:endParaRPr sz="1826">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27"/>
              <a:buFont typeface="Calibri"/>
              <a:buNone/>
            </a:pPr>
            <a:r>
              <a:rPr lang="en-US" sz="1826">
                <a:solidFill>
                  <a:srgbClr val="9E9E9E"/>
                </a:solidFill>
                <a:latin typeface="Calibri"/>
                <a:ea typeface="Calibri"/>
                <a:cs typeface="Calibri"/>
                <a:sym typeface="Calibri"/>
              </a:rPr>
              <a:t>Choose a field (e.g. Priority = High)</a:t>
            </a:r>
            <a:endParaRPr sz="1826">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27"/>
              <a:buFont typeface="Calibri"/>
              <a:buNone/>
            </a:pPr>
            <a:r>
              <a:rPr lang="en-US" sz="1826">
                <a:solidFill>
                  <a:srgbClr val="9E9E9E"/>
                </a:solidFill>
                <a:latin typeface="Calibri"/>
                <a:ea typeface="Calibri"/>
                <a:cs typeface="Calibri"/>
                <a:sym typeface="Calibri"/>
              </a:rPr>
              <a:t>Stack multiple filters to narrow further</a:t>
            </a:r>
            <a:endParaRPr sz="1826">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27"/>
              <a:buFont typeface="Calibri"/>
              <a:buNone/>
            </a:pPr>
            <a:r>
              <a:rPr lang="en-US" sz="1826">
                <a:solidFill>
                  <a:srgbClr val="9E9E9E"/>
                </a:solidFill>
                <a:latin typeface="Calibri"/>
                <a:ea typeface="Calibri"/>
                <a:cs typeface="Calibri"/>
                <a:sym typeface="Calibri"/>
              </a:rPr>
              <a:t>Click "Save as default" for your view</a:t>
            </a:r>
            <a:endParaRPr sz="1826">
              <a:solidFill>
                <a:srgbClr val="9E9E9E"/>
              </a:solidFill>
              <a:latin typeface="Calibri"/>
              <a:ea typeface="Calibri"/>
              <a:cs typeface="Calibri"/>
              <a:sym typeface="Calibri"/>
            </a:endParaRPr>
          </a:p>
          <a:p>
            <a:pPr indent="0" lvl="0" marL="0" marR="0" rtl="0" algn="l">
              <a:spcBef>
                <a:spcPts val="0"/>
              </a:spcBef>
              <a:spcAft>
                <a:spcPts val="0"/>
              </a:spcAft>
              <a:buClr>
                <a:srgbClr val="9E9E9E"/>
              </a:buClr>
              <a:buSzPts val="1827"/>
              <a:buFont typeface="Calibri"/>
              <a:buNone/>
            </a:pPr>
            <a:r>
              <a:t/>
            </a:r>
            <a:endParaRPr sz="1826">
              <a:solidFill>
                <a:srgbClr val="9E9E9E"/>
              </a:solidFill>
              <a:latin typeface="Calibri"/>
              <a:ea typeface="Calibri"/>
              <a:cs typeface="Calibri"/>
              <a:sym typeface="Calibri"/>
            </a:endParaRPr>
          </a:p>
        </p:txBody>
      </p:sp>
      <p:pic>
        <p:nvPicPr>
          <p:cNvPr id="424" name="Google Shape;424;p57" title="Screenshot 2026-02-24 at 3.58.25 PM.png"/>
          <p:cNvPicPr preferRelativeResize="0"/>
          <p:nvPr/>
        </p:nvPicPr>
        <p:blipFill rotWithShape="1">
          <a:blip r:embed="rId3">
            <a:alphaModFix/>
          </a:blip>
          <a:srcRect b="5272" l="2095" r="0" t="11046"/>
          <a:stretch/>
        </p:blipFill>
        <p:spPr>
          <a:xfrm>
            <a:off x="5086513" y="1582300"/>
            <a:ext cx="6640200" cy="3639900"/>
          </a:xfrm>
          <a:prstGeom prst="roundRect">
            <a:avLst>
              <a:gd fmla="val 16667" name="adj"/>
            </a:avLst>
          </a:prstGeom>
          <a:noFill/>
          <a:ln>
            <a:noFill/>
          </a:ln>
        </p:spPr>
      </p:pic>
      <p:sp>
        <p:nvSpPr>
          <p:cNvPr id="425" name="Google Shape;425;p57"/>
          <p:cNvSpPr/>
          <p:nvPr/>
        </p:nvSpPr>
        <p:spPr>
          <a:xfrm>
            <a:off x="10180015" y="411480"/>
            <a:ext cx="1554600" cy="320100"/>
          </a:xfrm>
          <a:prstGeom prst="roundRect">
            <a:avLst>
              <a:gd fmla="val 16667" name="adj"/>
            </a:avLst>
          </a:prstGeom>
          <a:solidFill>
            <a:srgbClr val="1B2126"/>
          </a:solidFill>
          <a:ln cap="flat" cmpd="sng" w="12700">
            <a:solidFill>
              <a:srgbClr val="1A74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7"/>
          <p:cNvSpPr/>
          <p:nvPr/>
        </p:nvSpPr>
        <p:spPr>
          <a:xfrm>
            <a:off x="10180015" y="411494"/>
            <a:ext cx="1554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9FA1"/>
              </a:buClr>
              <a:buSzPts val="1000"/>
              <a:buFont typeface="Calibri"/>
              <a:buNone/>
            </a:pPr>
            <a:r>
              <a:rPr b="1" lang="en-US" sz="1000">
                <a:solidFill>
                  <a:srgbClr val="229FA1"/>
                </a:solidFill>
                <a:latin typeface="Calibri"/>
                <a:ea typeface="Calibri"/>
                <a:cs typeface="Calibri"/>
                <a:sym typeface="Calibri"/>
              </a:rPr>
              <a:t>ASANA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1119"/>
        </a:solidFill>
      </p:bgPr>
    </p:bg>
    <p:spTree>
      <p:nvGrpSpPr>
        <p:cNvPr id="431" name="Shape 431"/>
        <p:cNvGrpSpPr/>
        <p:nvPr/>
      </p:nvGrpSpPr>
      <p:grpSpPr>
        <a:xfrm>
          <a:off x="0" y="0"/>
          <a:ext cx="0" cy="0"/>
          <a:chOff x="0" y="0"/>
          <a:chExt cx="0" cy="0"/>
        </a:xfrm>
      </p:grpSpPr>
      <p:sp>
        <p:nvSpPr>
          <p:cNvPr id="432" name="Google Shape;432;p58"/>
          <p:cNvSpPr/>
          <p:nvPr/>
        </p:nvSpPr>
        <p:spPr>
          <a:xfrm>
            <a:off x="6688375" y="1882200"/>
            <a:ext cx="4381800" cy="3977700"/>
          </a:xfrm>
          <a:prstGeom prst="roundRect">
            <a:avLst>
              <a:gd fmla="val 16667" name="adj"/>
            </a:avLst>
          </a:prstGeom>
          <a:solidFill>
            <a:srgbClr val="1B2126"/>
          </a:solidFill>
          <a:ln cap="flat" cmpd="sng" w="12700">
            <a:solidFill>
              <a:srgbClr val="1A7477"/>
            </a:solidFill>
            <a:prstDash val="solid"/>
            <a:round/>
            <a:headEnd len="sm" w="sm" type="none"/>
            <a:tailEnd len="sm" w="sm" type="none"/>
          </a:ln>
          <a:effectLst>
            <a:outerShdw blurRad="508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8"/>
          <p:cNvSpPr/>
          <p:nvPr/>
        </p:nvSpPr>
        <p:spPr>
          <a:xfrm>
            <a:off x="685800" y="777240"/>
            <a:ext cx="10820100" cy="731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accent1"/>
              </a:buClr>
              <a:buSzPts val="4400"/>
              <a:buFont typeface="Georgia"/>
              <a:buNone/>
            </a:pPr>
            <a:r>
              <a:rPr b="1" lang="en-US" sz="4400">
                <a:solidFill>
                  <a:schemeClr val="accent1"/>
                </a:solidFill>
                <a:latin typeface="Georgia"/>
                <a:ea typeface="Georgia"/>
                <a:cs typeface="Georgia"/>
                <a:sym typeface="Georgia"/>
              </a:rPr>
              <a:t>Asana Custom Fields &amp; Filters</a:t>
            </a:r>
            <a:endParaRPr b="1" sz="4400">
              <a:solidFill>
                <a:srgbClr val="229FA1"/>
              </a:solidFill>
              <a:latin typeface="Georgia"/>
              <a:ea typeface="Georgia"/>
              <a:cs typeface="Georgia"/>
              <a:sym typeface="Georgia"/>
            </a:endParaRPr>
          </a:p>
        </p:txBody>
      </p:sp>
      <p:sp>
        <p:nvSpPr>
          <p:cNvPr id="434" name="Google Shape;434;p58"/>
          <p:cNvSpPr/>
          <p:nvPr/>
        </p:nvSpPr>
        <p:spPr>
          <a:xfrm>
            <a:off x="685800" y="1882200"/>
            <a:ext cx="5373900" cy="3977700"/>
          </a:xfrm>
          <a:prstGeom prst="roundRect">
            <a:avLst>
              <a:gd fmla="val 16667" name="adj"/>
            </a:avLst>
          </a:prstGeom>
          <a:solidFill>
            <a:srgbClr val="1B2126"/>
          </a:solidFill>
          <a:ln cap="flat" cmpd="sng" w="12700">
            <a:solidFill>
              <a:srgbClr val="1A7477"/>
            </a:solidFill>
            <a:prstDash val="solid"/>
            <a:round/>
            <a:headEnd len="sm" w="sm" type="none"/>
            <a:tailEnd len="sm" w="sm" type="none"/>
          </a:ln>
          <a:effectLst>
            <a:outerShdw blurRad="508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8"/>
          <p:cNvSpPr/>
          <p:nvPr/>
        </p:nvSpPr>
        <p:spPr>
          <a:xfrm>
            <a:off x="933850" y="2247975"/>
            <a:ext cx="475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alibri"/>
              <a:buNone/>
            </a:pPr>
            <a:r>
              <a:rPr b="1" lang="en-US" sz="2100">
                <a:solidFill>
                  <a:srgbClr val="FFFFFF"/>
                </a:solidFill>
                <a:latin typeface="Calibri"/>
                <a:ea typeface="Calibri"/>
                <a:cs typeface="Calibri"/>
                <a:sym typeface="Calibri"/>
              </a:rPr>
              <a:t>TT STANDARDS:</a:t>
            </a:r>
            <a:endParaRPr b="0" i="0" sz="2100" u="none" cap="none" strike="noStrike">
              <a:solidFill>
                <a:schemeClr val="dk1"/>
              </a:solidFill>
              <a:latin typeface="Calibri"/>
              <a:ea typeface="Calibri"/>
              <a:cs typeface="Calibri"/>
              <a:sym typeface="Calibri"/>
            </a:endParaRPr>
          </a:p>
        </p:txBody>
      </p:sp>
      <p:sp>
        <p:nvSpPr>
          <p:cNvPr id="436" name="Google Shape;436;p58"/>
          <p:cNvSpPr/>
          <p:nvPr/>
        </p:nvSpPr>
        <p:spPr>
          <a:xfrm>
            <a:off x="933850" y="3124238"/>
            <a:ext cx="4753200" cy="9144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Every client project must have Status, Priority, and Channel custom fields.</a:t>
            </a:r>
            <a:endParaRPr sz="1700">
              <a:solidFill>
                <a:srgbClr val="9E9E9E"/>
              </a:solidFill>
              <a:latin typeface="Calibri"/>
              <a:ea typeface="Calibri"/>
              <a:cs typeface="Calibri"/>
              <a:sym typeface="Calibri"/>
            </a:endParaRPr>
          </a:p>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Every task must have its Status and Priority fields set before weekly syncs.</a:t>
            </a:r>
            <a:endParaRPr sz="1700">
              <a:solidFill>
                <a:srgbClr val="9E9E9E"/>
              </a:solidFill>
              <a:latin typeface="Calibri"/>
              <a:ea typeface="Calibri"/>
              <a:cs typeface="Calibri"/>
              <a:sym typeface="Calibri"/>
            </a:endParaRPr>
          </a:p>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Use "My Tasks" with filters to prep for standups and client calls.</a:t>
            </a:r>
            <a:endParaRPr sz="1700">
              <a:solidFill>
                <a:srgbClr val="9E9E9E"/>
              </a:solidFill>
              <a:latin typeface="Calibri"/>
              <a:ea typeface="Calibri"/>
              <a:cs typeface="Calibri"/>
              <a:sym typeface="Calibri"/>
            </a:endParaRPr>
          </a:p>
        </p:txBody>
      </p:sp>
      <p:sp>
        <p:nvSpPr>
          <p:cNvPr id="437" name="Google Shape;437;p58"/>
          <p:cNvSpPr/>
          <p:nvPr/>
        </p:nvSpPr>
        <p:spPr>
          <a:xfrm>
            <a:off x="933850" y="4549200"/>
            <a:ext cx="48369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t/>
            </a:r>
            <a:endParaRPr sz="20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2000"/>
              <a:buFont typeface="Calibri"/>
              <a:buNone/>
            </a:pPr>
            <a:r>
              <a:rPr lang="en-US" sz="2000">
                <a:solidFill>
                  <a:srgbClr val="FFFFFF"/>
                </a:solidFill>
                <a:latin typeface="Calibri"/>
                <a:ea typeface="Calibri"/>
                <a:cs typeface="Calibri"/>
                <a:sym typeface="Calibri"/>
              </a:rPr>
              <a:t>Save filtered views so you can jump to your focus areas instantly.</a:t>
            </a:r>
            <a:endParaRPr sz="20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2000"/>
              <a:buFont typeface="Calibri"/>
              <a:buNone/>
            </a:pPr>
            <a:r>
              <a:t/>
            </a:r>
            <a:endParaRPr sz="2000">
              <a:solidFill>
                <a:srgbClr val="FFFFFF"/>
              </a:solidFill>
              <a:latin typeface="Calibri"/>
              <a:ea typeface="Calibri"/>
              <a:cs typeface="Calibri"/>
              <a:sym typeface="Calibri"/>
            </a:endParaRPr>
          </a:p>
        </p:txBody>
      </p:sp>
      <p:sp>
        <p:nvSpPr>
          <p:cNvPr id="438" name="Google Shape;438;p58"/>
          <p:cNvSpPr/>
          <p:nvPr/>
        </p:nvSpPr>
        <p:spPr>
          <a:xfrm>
            <a:off x="10180015" y="411480"/>
            <a:ext cx="1554600" cy="320100"/>
          </a:xfrm>
          <a:prstGeom prst="roundRect">
            <a:avLst>
              <a:gd fmla="val 16667" name="adj"/>
            </a:avLst>
          </a:prstGeom>
          <a:solidFill>
            <a:srgbClr val="1B2126"/>
          </a:solidFill>
          <a:ln cap="flat" cmpd="sng" w="12700">
            <a:solidFill>
              <a:srgbClr val="1A74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8"/>
          <p:cNvSpPr/>
          <p:nvPr/>
        </p:nvSpPr>
        <p:spPr>
          <a:xfrm>
            <a:off x="10180015" y="411494"/>
            <a:ext cx="1554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9FA1"/>
              </a:buClr>
              <a:buSzPts val="1000"/>
              <a:buFont typeface="Calibri"/>
              <a:buNone/>
            </a:pPr>
            <a:r>
              <a:rPr b="1" lang="en-US" sz="1000">
                <a:solidFill>
                  <a:srgbClr val="229FA1"/>
                </a:solidFill>
                <a:latin typeface="Calibri"/>
                <a:ea typeface="Calibri"/>
                <a:cs typeface="Calibri"/>
                <a:sym typeface="Calibri"/>
              </a:rPr>
              <a:t>ASANA</a:t>
            </a:r>
            <a:endParaRPr b="0" i="0" sz="1000" u="none" cap="none" strike="noStrike">
              <a:solidFill>
                <a:schemeClr val="dk1"/>
              </a:solidFill>
              <a:latin typeface="Calibri"/>
              <a:ea typeface="Calibri"/>
              <a:cs typeface="Calibri"/>
              <a:sym typeface="Calibri"/>
            </a:endParaRPr>
          </a:p>
        </p:txBody>
      </p:sp>
      <p:sp>
        <p:nvSpPr>
          <p:cNvPr id="440" name="Google Shape;440;p58"/>
          <p:cNvSpPr/>
          <p:nvPr/>
        </p:nvSpPr>
        <p:spPr>
          <a:xfrm>
            <a:off x="6843652" y="2247975"/>
            <a:ext cx="3868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alibri"/>
              <a:buNone/>
            </a:pPr>
            <a:r>
              <a:rPr b="1" lang="en-US" sz="2100">
                <a:solidFill>
                  <a:srgbClr val="FFFFFF"/>
                </a:solidFill>
                <a:latin typeface="Calibri"/>
                <a:ea typeface="Calibri"/>
                <a:cs typeface="Calibri"/>
                <a:sym typeface="Calibri"/>
              </a:rPr>
              <a:t>TEAM CHALLENGE:</a:t>
            </a:r>
            <a:endParaRPr b="0" i="0" sz="2100" u="none" cap="none" strike="noStrike">
              <a:solidFill>
                <a:schemeClr val="dk1"/>
              </a:solidFill>
              <a:latin typeface="Calibri"/>
              <a:ea typeface="Calibri"/>
              <a:cs typeface="Calibri"/>
              <a:sym typeface="Calibri"/>
            </a:endParaRPr>
          </a:p>
        </p:txBody>
      </p:sp>
      <p:sp>
        <p:nvSpPr>
          <p:cNvPr id="441" name="Google Shape;441;p58"/>
          <p:cNvSpPr/>
          <p:nvPr/>
        </p:nvSpPr>
        <p:spPr>
          <a:xfrm>
            <a:off x="6873325" y="2947075"/>
            <a:ext cx="4011900" cy="9144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Add custom fields to one client project</a:t>
            </a:r>
            <a:endParaRPr sz="1700">
              <a:solidFill>
                <a:srgbClr val="9E9E9E"/>
              </a:solidFill>
              <a:latin typeface="Calibri"/>
              <a:ea typeface="Calibri"/>
              <a:cs typeface="Calibri"/>
              <a:sym typeface="Calibri"/>
            </a:endParaRPr>
          </a:p>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Filter your "My Tasks" by priority</a:t>
            </a:r>
            <a:endParaRPr sz="1700">
              <a:solidFill>
                <a:srgbClr val="9E9E9E"/>
              </a:solidFill>
              <a:latin typeface="Calibri"/>
              <a:ea typeface="Calibri"/>
              <a:cs typeface="Calibri"/>
              <a:sym typeface="Calibri"/>
            </a:endParaRPr>
          </a:p>
          <a:p>
            <a:pPr indent="-336550" lvl="0" marL="457200" marR="0" rtl="0" algn="l">
              <a:lnSpc>
                <a:spcPct val="115000"/>
              </a:lnSpc>
              <a:spcBef>
                <a:spcPts val="0"/>
              </a:spcBef>
              <a:spcAft>
                <a:spcPts val="0"/>
              </a:spcAft>
              <a:buClr>
                <a:srgbClr val="9E9E9E"/>
              </a:buClr>
              <a:buSzPts val="1700"/>
              <a:buFont typeface="Calibri"/>
              <a:buChar char="●"/>
            </a:pPr>
            <a:r>
              <a:rPr lang="en-US" sz="1700">
                <a:solidFill>
                  <a:srgbClr val="9E9E9E"/>
                </a:solidFill>
                <a:latin typeface="Calibri"/>
                <a:ea typeface="Calibri"/>
                <a:cs typeface="Calibri"/>
                <a:sym typeface="Calibri"/>
              </a:rPr>
              <a:t>Update all task statuses before Friday</a:t>
            </a:r>
            <a:endParaRPr sz="1700">
              <a:solidFill>
                <a:srgbClr val="9E9E9E"/>
              </a:solidFill>
              <a:latin typeface="Calibri"/>
              <a:ea typeface="Calibri"/>
              <a:cs typeface="Calibri"/>
              <a:sym typeface="Calibri"/>
            </a:endParaRPr>
          </a:p>
        </p:txBody>
      </p:sp>
      <p:sp>
        <p:nvSpPr>
          <p:cNvPr id="442" name="Google Shape;442;p58"/>
          <p:cNvSpPr/>
          <p:nvPr/>
        </p:nvSpPr>
        <p:spPr>
          <a:xfrm>
            <a:off x="7025738" y="4549200"/>
            <a:ext cx="35040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100">
                <a:solidFill>
                  <a:schemeClr val="accent1"/>
                </a:solidFill>
                <a:latin typeface="Georgia"/>
                <a:ea typeface="Georgia"/>
                <a:cs typeface="Georgia"/>
                <a:sym typeface="Georgia"/>
              </a:rPr>
              <a:t>★ Share your favorite filter with the team</a:t>
            </a:r>
            <a:endParaRPr b="1" sz="2100">
              <a:solidFill>
                <a:schemeClr val="accent1"/>
              </a:solidFill>
              <a:latin typeface="Georgia"/>
              <a:ea typeface="Georgia"/>
              <a:cs typeface="Georgia"/>
              <a:sym typeface="Georgia"/>
            </a:endParaRPr>
          </a:p>
          <a:p>
            <a:pPr indent="0" lvl="0" marL="0" marR="0" rtl="0" algn="l">
              <a:spcBef>
                <a:spcPts val="0"/>
              </a:spcBef>
              <a:spcAft>
                <a:spcPts val="0"/>
              </a:spcAft>
              <a:buClr>
                <a:srgbClr val="FFFFFF"/>
              </a:buClr>
              <a:buSzPts val="2000"/>
              <a:buFont typeface="Calibri"/>
              <a:buNone/>
            </a:pPr>
            <a:r>
              <a:t/>
            </a:r>
            <a:endParaRPr b="1" sz="2100">
              <a:solidFill>
                <a:schemeClr val="accent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2026 Brand Guidelines">
  <a:themeElements>
    <a:clrScheme name="Simple Light">
      <a:dk1>
        <a:srgbClr val="F4F1EB"/>
      </a:dk1>
      <a:lt1>
        <a:srgbClr val="0A1119"/>
      </a:lt1>
      <a:dk2>
        <a:srgbClr val="0A1119"/>
      </a:dk2>
      <a:lt2>
        <a:srgbClr val="FFFFFF"/>
      </a:lt2>
      <a:accent1>
        <a:srgbClr val="229FA1"/>
      </a:accent1>
      <a:accent2>
        <a:srgbClr val="1A7477"/>
      </a:accent2>
      <a:accent3>
        <a:srgbClr val="1F807E"/>
      </a:accent3>
      <a:accent4>
        <a:srgbClr val="9E9E9E"/>
      </a:accent4>
      <a:accent5>
        <a:srgbClr val="1B2126"/>
      </a:accent5>
      <a:accent6>
        <a:srgbClr val="FFFFFF"/>
      </a:accent6>
      <a:hlink>
        <a:srgbClr val="229FA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